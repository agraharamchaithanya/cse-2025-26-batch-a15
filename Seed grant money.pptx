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15"/>
  </p:notesMasterIdLst>
  <p:sldIdLst>
    <p:sldId id="257" r:id="rId3"/>
    <p:sldId id="258" r:id="rId4"/>
    <p:sldId id="260" r:id="rId5"/>
    <p:sldId id="261" r:id="rId6"/>
    <p:sldId id="265" r:id="rId7"/>
    <p:sldId id="270" r:id="rId8"/>
    <p:sldId id="269" r:id="rId9"/>
    <p:sldId id="267" r:id="rId10"/>
    <p:sldId id="268" r:id="rId11"/>
    <p:sldId id="271" r:id="rId12"/>
    <p:sldId id="272" r:id="rId13"/>
    <p:sldId id="27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7" d="100"/>
          <a:sy n="77" d="100"/>
        </p:scale>
        <p:origin x="912"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DE1132-4AEF-4BF2-88A6-D6FA3022F53D}" type="datetimeFigureOut">
              <a:rPr lang="en-IN" smtClean="0"/>
              <a:t>21-02-2026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DCA3EF-EB05-45F4-95DC-A8F7919DA22A}" type="slidenum">
              <a:rPr lang="en-IN" smtClean="0"/>
              <a:t>‹#›</a:t>
            </a:fld>
            <a:endParaRPr lang="en-IN"/>
          </a:p>
        </p:txBody>
      </p:sp>
    </p:spTree>
    <p:extLst>
      <p:ext uri="{BB962C8B-B14F-4D97-AF65-F5344CB8AC3E}">
        <p14:creationId xmlns:p14="http://schemas.microsoft.com/office/powerpoint/2010/main" val="21238239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
        <p:cNvGrpSpPr/>
        <p:nvPr/>
      </p:nvGrpSpPr>
      <p:grpSpPr>
        <a:xfrm>
          <a:off x="0" y="0"/>
          <a:ext cx="0" cy="0"/>
          <a:chOff x="0" y="0"/>
          <a:chExt cx="0" cy="0"/>
        </a:xfrm>
      </p:grpSpPr>
      <p:sp>
        <p:nvSpPr>
          <p:cNvPr id="27" name="Google Shape;27;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 name="Google Shape;2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 name="Google Shape;4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 name="Google Shape;4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 name="Google Shape;4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38CCF-8037-0BD1-425F-D057863F02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D28DC83-C8F6-273B-6270-5DF9CB41FC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14329B5-229F-A595-2AFE-B01812FD9B79}"/>
              </a:ext>
            </a:extLst>
          </p:cNvPr>
          <p:cNvSpPr>
            <a:spLocks noGrp="1"/>
          </p:cNvSpPr>
          <p:nvPr>
            <p:ph type="dt" sz="half" idx="10"/>
          </p:nvPr>
        </p:nvSpPr>
        <p:spPr/>
        <p:txBody>
          <a:bodyPr/>
          <a:lstStyle/>
          <a:p>
            <a:fld id="{4DBCC39B-EFF5-4758-BAA3-EA8C29C38555}" type="datetimeFigureOut">
              <a:rPr lang="en-IN" smtClean="0"/>
              <a:t>21-02-2026</a:t>
            </a:fld>
            <a:endParaRPr lang="en-IN"/>
          </a:p>
        </p:txBody>
      </p:sp>
      <p:sp>
        <p:nvSpPr>
          <p:cNvPr id="5" name="Footer Placeholder 4">
            <a:extLst>
              <a:ext uri="{FF2B5EF4-FFF2-40B4-BE49-F238E27FC236}">
                <a16:creationId xmlns:a16="http://schemas.microsoft.com/office/drawing/2014/main" id="{4294F2A7-8B3C-A858-B6BB-DCC5E24D22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121D345-A93B-C621-F0E2-1EA33E7297F4}"/>
              </a:ext>
            </a:extLst>
          </p:cNvPr>
          <p:cNvSpPr>
            <a:spLocks noGrp="1"/>
          </p:cNvSpPr>
          <p:nvPr>
            <p:ph type="sldNum" sz="quarter" idx="12"/>
          </p:nvPr>
        </p:nvSpPr>
        <p:spPr/>
        <p:txBody>
          <a:bodyPr/>
          <a:lstStyle/>
          <a:p>
            <a:fld id="{B379D995-77E3-4EE5-B803-35ED9DEFAED0}" type="slidenum">
              <a:rPr lang="en-IN" smtClean="0"/>
              <a:t>‹#›</a:t>
            </a:fld>
            <a:endParaRPr lang="en-IN"/>
          </a:p>
        </p:txBody>
      </p:sp>
    </p:spTree>
    <p:extLst>
      <p:ext uri="{BB962C8B-B14F-4D97-AF65-F5344CB8AC3E}">
        <p14:creationId xmlns:p14="http://schemas.microsoft.com/office/powerpoint/2010/main" val="1895741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34039-6F75-7F60-E4E7-06104ADBA2E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F017CAF-2B6E-A1D0-B6FC-22F21995C9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547416-81A0-C5C0-447D-F9DAA3611978}"/>
              </a:ext>
            </a:extLst>
          </p:cNvPr>
          <p:cNvSpPr>
            <a:spLocks noGrp="1"/>
          </p:cNvSpPr>
          <p:nvPr>
            <p:ph type="dt" sz="half" idx="10"/>
          </p:nvPr>
        </p:nvSpPr>
        <p:spPr/>
        <p:txBody>
          <a:bodyPr/>
          <a:lstStyle/>
          <a:p>
            <a:fld id="{4DBCC39B-EFF5-4758-BAA3-EA8C29C38555}" type="datetimeFigureOut">
              <a:rPr lang="en-IN" smtClean="0"/>
              <a:t>21-02-2026</a:t>
            </a:fld>
            <a:endParaRPr lang="en-IN"/>
          </a:p>
        </p:txBody>
      </p:sp>
      <p:sp>
        <p:nvSpPr>
          <p:cNvPr id="5" name="Footer Placeholder 4">
            <a:extLst>
              <a:ext uri="{FF2B5EF4-FFF2-40B4-BE49-F238E27FC236}">
                <a16:creationId xmlns:a16="http://schemas.microsoft.com/office/drawing/2014/main" id="{98081DC4-E344-50E6-D7E5-29CC587709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4F1B4D8-15EE-3CA8-1402-5C18D96DA920}"/>
              </a:ext>
            </a:extLst>
          </p:cNvPr>
          <p:cNvSpPr>
            <a:spLocks noGrp="1"/>
          </p:cNvSpPr>
          <p:nvPr>
            <p:ph type="sldNum" sz="quarter" idx="12"/>
          </p:nvPr>
        </p:nvSpPr>
        <p:spPr/>
        <p:txBody>
          <a:bodyPr/>
          <a:lstStyle/>
          <a:p>
            <a:fld id="{B379D995-77E3-4EE5-B803-35ED9DEFAED0}" type="slidenum">
              <a:rPr lang="en-IN" smtClean="0"/>
              <a:t>‹#›</a:t>
            </a:fld>
            <a:endParaRPr lang="en-IN"/>
          </a:p>
        </p:txBody>
      </p:sp>
    </p:spTree>
    <p:extLst>
      <p:ext uri="{BB962C8B-B14F-4D97-AF65-F5344CB8AC3E}">
        <p14:creationId xmlns:p14="http://schemas.microsoft.com/office/powerpoint/2010/main" val="5564886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249E9-A1B7-7827-7D06-A1C217CF1A0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BEC3DCB-8122-007D-0A1F-A42FB0143F4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09D8EA6-8F49-99BC-6324-DF2A3B7B876A}"/>
              </a:ext>
            </a:extLst>
          </p:cNvPr>
          <p:cNvSpPr>
            <a:spLocks noGrp="1"/>
          </p:cNvSpPr>
          <p:nvPr>
            <p:ph type="dt" sz="half" idx="10"/>
          </p:nvPr>
        </p:nvSpPr>
        <p:spPr/>
        <p:txBody>
          <a:bodyPr/>
          <a:lstStyle/>
          <a:p>
            <a:fld id="{4DBCC39B-EFF5-4758-BAA3-EA8C29C38555}" type="datetimeFigureOut">
              <a:rPr lang="en-IN" smtClean="0"/>
              <a:t>21-02-2026</a:t>
            </a:fld>
            <a:endParaRPr lang="en-IN"/>
          </a:p>
        </p:txBody>
      </p:sp>
      <p:sp>
        <p:nvSpPr>
          <p:cNvPr id="5" name="Footer Placeholder 4">
            <a:extLst>
              <a:ext uri="{FF2B5EF4-FFF2-40B4-BE49-F238E27FC236}">
                <a16:creationId xmlns:a16="http://schemas.microsoft.com/office/drawing/2014/main" id="{A941518E-B285-315B-879B-B6F8D46A2FA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E9DEA5-6F8D-5F59-202A-4923069D9051}"/>
              </a:ext>
            </a:extLst>
          </p:cNvPr>
          <p:cNvSpPr>
            <a:spLocks noGrp="1"/>
          </p:cNvSpPr>
          <p:nvPr>
            <p:ph type="sldNum" sz="quarter" idx="12"/>
          </p:nvPr>
        </p:nvSpPr>
        <p:spPr/>
        <p:txBody>
          <a:bodyPr/>
          <a:lstStyle/>
          <a:p>
            <a:fld id="{B379D995-77E3-4EE5-B803-35ED9DEFAED0}" type="slidenum">
              <a:rPr lang="en-IN" smtClean="0"/>
              <a:t>‹#›</a:t>
            </a:fld>
            <a:endParaRPr lang="en-IN"/>
          </a:p>
        </p:txBody>
      </p:sp>
    </p:spTree>
    <p:extLst>
      <p:ext uri="{BB962C8B-B14F-4D97-AF65-F5344CB8AC3E}">
        <p14:creationId xmlns:p14="http://schemas.microsoft.com/office/powerpoint/2010/main" val="3421963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9E6C4-3E26-D511-7291-67D572B6025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E7D5392-ACFE-1331-E5A6-44BBBD14E28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9AB1105-11CC-F9BF-A3C5-91F07D2E05B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A0C84DC-A59A-9A76-4117-DDE0D1450C5B}"/>
              </a:ext>
            </a:extLst>
          </p:cNvPr>
          <p:cNvSpPr>
            <a:spLocks noGrp="1"/>
          </p:cNvSpPr>
          <p:nvPr>
            <p:ph type="dt" sz="half" idx="10"/>
          </p:nvPr>
        </p:nvSpPr>
        <p:spPr/>
        <p:txBody>
          <a:bodyPr/>
          <a:lstStyle/>
          <a:p>
            <a:fld id="{4DBCC39B-EFF5-4758-BAA3-EA8C29C38555}" type="datetimeFigureOut">
              <a:rPr lang="en-IN" smtClean="0"/>
              <a:t>21-02-2026</a:t>
            </a:fld>
            <a:endParaRPr lang="en-IN"/>
          </a:p>
        </p:txBody>
      </p:sp>
      <p:sp>
        <p:nvSpPr>
          <p:cNvPr id="6" name="Footer Placeholder 5">
            <a:extLst>
              <a:ext uri="{FF2B5EF4-FFF2-40B4-BE49-F238E27FC236}">
                <a16:creationId xmlns:a16="http://schemas.microsoft.com/office/drawing/2014/main" id="{8812C1D8-0B9B-3E93-1FEF-9205638AB60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FF9B186-8392-A2D7-B73C-7B3F1F485504}"/>
              </a:ext>
            </a:extLst>
          </p:cNvPr>
          <p:cNvSpPr>
            <a:spLocks noGrp="1"/>
          </p:cNvSpPr>
          <p:nvPr>
            <p:ph type="sldNum" sz="quarter" idx="12"/>
          </p:nvPr>
        </p:nvSpPr>
        <p:spPr/>
        <p:txBody>
          <a:bodyPr/>
          <a:lstStyle/>
          <a:p>
            <a:fld id="{B379D995-77E3-4EE5-B803-35ED9DEFAED0}" type="slidenum">
              <a:rPr lang="en-IN" smtClean="0"/>
              <a:t>‹#›</a:t>
            </a:fld>
            <a:endParaRPr lang="en-IN"/>
          </a:p>
        </p:txBody>
      </p:sp>
    </p:spTree>
    <p:extLst>
      <p:ext uri="{BB962C8B-B14F-4D97-AF65-F5344CB8AC3E}">
        <p14:creationId xmlns:p14="http://schemas.microsoft.com/office/powerpoint/2010/main" val="2700872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D7AB1-AB02-935F-07C0-14FB7FB4ABE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35A8C9B-CEA2-5949-7AA9-45E62C88BF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4BDF0DC-D4B5-AF0A-2BA3-BE1C35E58AE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C81ACA6-948C-FBEE-BA25-D2896AAFABE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25E74A-5B38-EA14-6576-84F733E28B6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27ADC8C-B061-6BE0-D235-1D89DCF35F7A}"/>
              </a:ext>
            </a:extLst>
          </p:cNvPr>
          <p:cNvSpPr>
            <a:spLocks noGrp="1"/>
          </p:cNvSpPr>
          <p:nvPr>
            <p:ph type="dt" sz="half" idx="10"/>
          </p:nvPr>
        </p:nvSpPr>
        <p:spPr/>
        <p:txBody>
          <a:bodyPr/>
          <a:lstStyle/>
          <a:p>
            <a:fld id="{4DBCC39B-EFF5-4758-BAA3-EA8C29C38555}" type="datetimeFigureOut">
              <a:rPr lang="en-IN" smtClean="0"/>
              <a:t>21-02-2026</a:t>
            </a:fld>
            <a:endParaRPr lang="en-IN"/>
          </a:p>
        </p:txBody>
      </p:sp>
      <p:sp>
        <p:nvSpPr>
          <p:cNvPr id="8" name="Footer Placeholder 7">
            <a:extLst>
              <a:ext uri="{FF2B5EF4-FFF2-40B4-BE49-F238E27FC236}">
                <a16:creationId xmlns:a16="http://schemas.microsoft.com/office/drawing/2014/main" id="{7AF06F08-3922-B871-A72F-9E48AB3E3C7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0C1E7B9-535A-B652-1EAE-2F969768880D}"/>
              </a:ext>
            </a:extLst>
          </p:cNvPr>
          <p:cNvSpPr>
            <a:spLocks noGrp="1"/>
          </p:cNvSpPr>
          <p:nvPr>
            <p:ph type="sldNum" sz="quarter" idx="12"/>
          </p:nvPr>
        </p:nvSpPr>
        <p:spPr/>
        <p:txBody>
          <a:bodyPr/>
          <a:lstStyle/>
          <a:p>
            <a:fld id="{B379D995-77E3-4EE5-B803-35ED9DEFAED0}" type="slidenum">
              <a:rPr lang="en-IN" smtClean="0"/>
              <a:t>‹#›</a:t>
            </a:fld>
            <a:endParaRPr lang="en-IN"/>
          </a:p>
        </p:txBody>
      </p:sp>
    </p:spTree>
    <p:extLst>
      <p:ext uri="{BB962C8B-B14F-4D97-AF65-F5344CB8AC3E}">
        <p14:creationId xmlns:p14="http://schemas.microsoft.com/office/powerpoint/2010/main" val="39441432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9FE17-6C72-659B-BF04-6B7C2D0AA27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5E051AF-09FB-0461-04F0-B4F996881EF2}"/>
              </a:ext>
            </a:extLst>
          </p:cNvPr>
          <p:cNvSpPr>
            <a:spLocks noGrp="1"/>
          </p:cNvSpPr>
          <p:nvPr>
            <p:ph type="dt" sz="half" idx="10"/>
          </p:nvPr>
        </p:nvSpPr>
        <p:spPr/>
        <p:txBody>
          <a:bodyPr/>
          <a:lstStyle/>
          <a:p>
            <a:fld id="{4DBCC39B-EFF5-4758-BAA3-EA8C29C38555}" type="datetimeFigureOut">
              <a:rPr lang="en-IN" smtClean="0"/>
              <a:t>21-02-2026</a:t>
            </a:fld>
            <a:endParaRPr lang="en-IN"/>
          </a:p>
        </p:txBody>
      </p:sp>
      <p:sp>
        <p:nvSpPr>
          <p:cNvPr id="4" name="Footer Placeholder 3">
            <a:extLst>
              <a:ext uri="{FF2B5EF4-FFF2-40B4-BE49-F238E27FC236}">
                <a16:creationId xmlns:a16="http://schemas.microsoft.com/office/drawing/2014/main" id="{5D89FEF0-5B1E-6157-69EF-2D7937DA174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ED2226B-5CE7-D24C-D6E3-0643B34CC3CC}"/>
              </a:ext>
            </a:extLst>
          </p:cNvPr>
          <p:cNvSpPr>
            <a:spLocks noGrp="1"/>
          </p:cNvSpPr>
          <p:nvPr>
            <p:ph type="sldNum" sz="quarter" idx="12"/>
          </p:nvPr>
        </p:nvSpPr>
        <p:spPr/>
        <p:txBody>
          <a:bodyPr/>
          <a:lstStyle/>
          <a:p>
            <a:fld id="{B379D995-77E3-4EE5-B803-35ED9DEFAED0}" type="slidenum">
              <a:rPr lang="en-IN" smtClean="0"/>
              <a:t>‹#›</a:t>
            </a:fld>
            <a:endParaRPr lang="en-IN"/>
          </a:p>
        </p:txBody>
      </p:sp>
    </p:spTree>
    <p:extLst>
      <p:ext uri="{BB962C8B-B14F-4D97-AF65-F5344CB8AC3E}">
        <p14:creationId xmlns:p14="http://schemas.microsoft.com/office/powerpoint/2010/main" val="3643273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EC2FC1-B980-E4CF-394E-01B38987174A}"/>
              </a:ext>
            </a:extLst>
          </p:cNvPr>
          <p:cNvSpPr>
            <a:spLocks noGrp="1"/>
          </p:cNvSpPr>
          <p:nvPr>
            <p:ph type="dt" sz="half" idx="10"/>
          </p:nvPr>
        </p:nvSpPr>
        <p:spPr/>
        <p:txBody>
          <a:bodyPr/>
          <a:lstStyle/>
          <a:p>
            <a:fld id="{4DBCC39B-EFF5-4758-BAA3-EA8C29C38555}" type="datetimeFigureOut">
              <a:rPr lang="en-IN" smtClean="0"/>
              <a:t>21-02-2026</a:t>
            </a:fld>
            <a:endParaRPr lang="en-IN"/>
          </a:p>
        </p:txBody>
      </p:sp>
      <p:sp>
        <p:nvSpPr>
          <p:cNvPr id="3" name="Footer Placeholder 2">
            <a:extLst>
              <a:ext uri="{FF2B5EF4-FFF2-40B4-BE49-F238E27FC236}">
                <a16:creationId xmlns:a16="http://schemas.microsoft.com/office/drawing/2014/main" id="{2CFDD163-C61F-C4EB-3446-FAD5C949F03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13D38C0-33F6-43C8-02CD-B67FE95927EA}"/>
              </a:ext>
            </a:extLst>
          </p:cNvPr>
          <p:cNvSpPr>
            <a:spLocks noGrp="1"/>
          </p:cNvSpPr>
          <p:nvPr>
            <p:ph type="sldNum" sz="quarter" idx="12"/>
          </p:nvPr>
        </p:nvSpPr>
        <p:spPr/>
        <p:txBody>
          <a:bodyPr/>
          <a:lstStyle/>
          <a:p>
            <a:fld id="{B379D995-77E3-4EE5-B803-35ED9DEFAED0}" type="slidenum">
              <a:rPr lang="en-IN" smtClean="0"/>
              <a:t>‹#›</a:t>
            </a:fld>
            <a:endParaRPr lang="en-IN"/>
          </a:p>
        </p:txBody>
      </p:sp>
    </p:spTree>
    <p:extLst>
      <p:ext uri="{BB962C8B-B14F-4D97-AF65-F5344CB8AC3E}">
        <p14:creationId xmlns:p14="http://schemas.microsoft.com/office/powerpoint/2010/main" val="3336349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15C6D-A6A0-B0AD-3BEE-CE64F0D8DC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5441E24-C469-B8AB-9E72-9DEAF141525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1B73E73-C191-26EF-6F35-996C8C8CC9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FF2B8D-7757-7823-FB76-9657EF2CA4CF}"/>
              </a:ext>
            </a:extLst>
          </p:cNvPr>
          <p:cNvSpPr>
            <a:spLocks noGrp="1"/>
          </p:cNvSpPr>
          <p:nvPr>
            <p:ph type="dt" sz="half" idx="10"/>
          </p:nvPr>
        </p:nvSpPr>
        <p:spPr/>
        <p:txBody>
          <a:bodyPr/>
          <a:lstStyle/>
          <a:p>
            <a:fld id="{4DBCC39B-EFF5-4758-BAA3-EA8C29C38555}" type="datetimeFigureOut">
              <a:rPr lang="en-IN" smtClean="0"/>
              <a:t>21-02-2026</a:t>
            </a:fld>
            <a:endParaRPr lang="en-IN"/>
          </a:p>
        </p:txBody>
      </p:sp>
      <p:sp>
        <p:nvSpPr>
          <p:cNvPr id="6" name="Footer Placeholder 5">
            <a:extLst>
              <a:ext uri="{FF2B5EF4-FFF2-40B4-BE49-F238E27FC236}">
                <a16:creationId xmlns:a16="http://schemas.microsoft.com/office/drawing/2014/main" id="{27794BFC-9ED7-D339-848F-F948B693086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1441B8F-3845-4F96-4EE4-B08283B8B3FC}"/>
              </a:ext>
            </a:extLst>
          </p:cNvPr>
          <p:cNvSpPr>
            <a:spLocks noGrp="1"/>
          </p:cNvSpPr>
          <p:nvPr>
            <p:ph type="sldNum" sz="quarter" idx="12"/>
          </p:nvPr>
        </p:nvSpPr>
        <p:spPr/>
        <p:txBody>
          <a:bodyPr/>
          <a:lstStyle/>
          <a:p>
            <a:fld id="{B379D995-77E3-4EE5-B803-35ED9DEFAED0}" type="slidenum">
              <a:rPr lang="en-IN" smtClean="0"/>
              <a:t>‹#›</a:t>
            </a:fld>
            <a:endParaRPr lang="en-IN"/>
          </a:p>
        </p:txBody>
      </p:sp>
    </p:spTree>
    <p:extLst>
      <p:ext uri="{BB962C8B-B14F-4D97-AF65-F5344CB8AC3E}">
        <p14:creationId xmlns:p14="http://schemas.microsoft.com/office/powerpoint/2010/main" val="34409167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3352E-9D2E-B897-D028-7F1DAD794F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6899B0A-2629-E665-5083-E3F52FA04B1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998C816-1FBD-49D9-ABB1-D69A47ECE8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CC5259-E3A1-C41A-BDE8-F353951701BD}"/>
              </a:ext>
            </a:extLst>
          </p:cNvPr>
          <p:cNvSpPr>
            <a:spLocks noGrp="1"/>
          </p:cNvSpPr>
          <p:nvPr>
            <p:ph type="dt" sz="half" idx="10"/>
          </p:nvPr>
        </p:nvSpPr>
        <p:spPr/>
        <p:txBody>
          <a:bodyPr/>
          <a:lstStyle/>
          <a:p>
            <a:fld id="{4DBCC39B-EFF5-4758-BAA3-EA8C29C38555}" type="datetimeFigureOut">
              <a:rPr lang="en-IN" smtClean="0"/>
              <a:t>21-02-2026</a:t>
            </a:fld>
            <a:endParaRPr lang="en-IN"/>
          </a:p>
        </p:txBody>
      </p:sp>
      <p:sp>
        <p:nvSpPr>
          <p:cNvPr id="6" name="Footer Placeholder 5">
            <a:extLst>
              <a:ext uri="{FF2B5EF4-FFF2-40B4-BE49-F238E27FC236}">
                <a16:creationId xmlns:a16="http://schemas.microsoft.com/office/drawing/2014/main" id="{B1A6A3FC-DB82-3EF6-A2C4-096C8A8E20F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AAA2FCB-9DF5-DCF2-C966-AAB6691D165F}"/>
              </a:ext>
            </a:extLst>
          </p:cNvPr>
          <p:cNvSpPr>
            <a:spLocks noGrp="1"/>
          </p:cNvSpPr>
          <p:nvPr>
            <p:ph type="sldNum" sz="quarter" idx="12"/>
          </p:nvPr>
        </p:nvSpPr>
        <p:spPr/>
        <p:txBody>
          <a:bodyPr/>
          <a:lstStyle/>
          <a:p>
            <a:fld id="{B379D995-77E3-4EE5-B803-35ED9DEFAED0}" type="slidenum">
              <a:rPr lang="en-IN" smtClean="0"/>
              <a:t>‹#›</a:t>
            </a:fld>
            <a:endParaRPr lang="en-IN"/>
          </a:p>
        </p:txBody>
      </p:sp>
    </p:spTree>
    <p:extLst>
      <p:ext uri="{BB962C8B-B14F-4D97-AF65-F5344CB8AC3E}">
        <p14:creationId xmlns:p14="http://schemas.microsoft.com/office/powerpoint/2010/main" val="3284879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4FD15-EB6B-DE3B-6014-57B8412AC71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F8FAB8B-D73F-0A00-A178-EF66FA5B0D2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CD39B8-3CDB-1F93-7980-60FAA14A0466}"/>
              </a:ext>
            </a:extLst>
          </p:cNvPr>
          <p:cNvSpPr>
            <a:spLocks noGrp="1"/>
          </p:cNvSpPr>
          <p:nvPr>
            <p:ph type="dt" sz="half" idx="10"/>
          </p:nvPr>
        </p:nvSpPr>
        <p:spPr/>
        <p:txBody>
          <a:bodyPr/>
          <a:lstStyle/>
          <a:p>
            <a:fld id="{4DBCC39B-EFF5-4758-BAA3-EA8C29C38555}" type="datetimeFigureOut">
              <a:rPr lang="en-IN" smtClean="0"/>
              <a:t>21-02-2026</a:t>
            </a:fld>
            <a:endParaRPr lang="en-IN"/>
          </a:p>
        </p:txBody>
      </p:sp>
      <p:sp>
        <p:nvSpPr>
          <p:cNvPr id="5" name="Footer Placeholder 4">
            <a:extLst>
              <a:ext uri="{FF2B5EF4-FFF2-40B4-BE49-F238E27FC236}">
                <a16:creationId xmlns:a16="http://schemas.microsoft.com/office/drawing/2014/main" id="{449C1834-067D-A319-26DE-E8F2D63BDB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68E5A6-EBEB-D9BD-EDE8-CE947DD7D176}"/>
              </a:ext>
            </a:extLst>
          </p:cNvPr>
          <p:cNvSpPr>
            <a:spLocks noGrp="1"/>
          </p:cNvSpPr>
          <p:nvPr>
            <p:ph type="sldNum" sz="quarter" idx="12"/>
          </p:nvPr>
        </p:nvSpPr>
        <p:spPr/>
        <p:txBody>
          <a:bodyPr/>
          <a:lstStyle/>
          <a:p>
            <a:fld id="{B379D995-77E3-4EE5-B803-35ED9DEFAED0}" type="slidenum">
              <a:rPr lang="en-IN" smtClean="0"/>
              <a:t>‹#›</a:t>
            </a:fld>
            <a:endParaRPr lang="en-IN"/>
          </a:p>
        </p:txBody>
      </p:sp>
    </p:spTree>
    <p:extLst>
      <p:ext uri="{BB962C8B-B14F-4D97-AF65-F5344CB8AC3E}">
        <p14:creationId xmlns:p14="http://schemas.microsoft.com/office/powerpoint/2010/main" val="15584831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8AF7DEE-1814-3287-5462-B4281E1F912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9CBAD74-B6DD-51E2-FA55-5CB1F3B93E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2515AAA-FA55-56EF-0494-6D4335BE73B6}"/>
              </a:ext>
            </a:extLst>
          </p:cNvPr>
          <p:cNvSpPr>
            <a:spLocks noGrp="1"/>
          </p:cNvSpPr>
          <p:nvPr>
            <p:ph type="dt" sz="half" idx="10"/>
          </p:nvPr>
        </p:nvSpPr>
        <p:spPr/>
        <p:txBody>
          <a:bodyPr/>
          <a:lstStyle/>
          <a:p>
            <a:fld id="{4DBCC39B-EFF5-4758-BAA3-EA8C29C38555}" type="datetimeFigureOut">
              <a:rPr lang="en-IN" smtClean="0"/>
              <a:t>21-02-2026</a:t>
            </a:fld>
            <a:endParaRPr lang="en-IN"/>
          </a:p>
        </p:txBody>
      </p:sp>
      <p:sp>
        <p:nvSpPr>
          <p:cNvPr id="5" name="Footer Placeholder 4">
            <a:extLst>
              <a:ext uri="{FF2B5EF4-FFF2-40B4-BE49-F238E27FC236}">
                <a16:creationId xmlns:a16="http://schemas.microsoft.com/office/drawing/2014/main" id="{E46AB2A1-E23C-89EE-F974-B0B4A4A83B3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A0BB5F-3FAC-9FA0-71CB-54146496F399}"/>
              </a:ext>
            </a:extLst>
          </p:cNvPr>
          <p:cNvSpPr>
            <a:spLocks noGrp="1"/>
          </p:cNvSpPr>
          <p:nvPr>
            <p:ph type="sldNum" sz="quarter" idx="12"/>
          </p:nvPr>
        </p:nvSpPr>
        <p:spPr/>
        <p:txBody>
          <a:bodyPr/>
          <a:lstStyle/>
          <a:p>
            <a:fld id="{B379D995-77E3-4EE5-B803-35ED9DEFAED0}" type="slidenum">
              <a:rPr lang="en-IN" smtClean="0"/>
              <a:t>‹#›</a:t>
            </a:fld>
            <a:endParaRPr lang="en-IN"/>
          </a:p>
        </p:txBody>
      </p:sp>
    </p:spTree>
    <p:extLst>
      <p:ext uri="{BB962C8B-B14F-4D97-AF65-F5344CB8AC3E}">
        <p14:creationId xmlns:p14="http://schemas.microsoft.com/office/powerpoint/2010/main" val="12881613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p:cSld name="1_Title Slide">
    <p:spTree>
      <p:nvGrpSpPr>
        <p:cNvPr id="1" name="Shape 11"/>
        <p:cNvGrpSpPr/>
        <p:nvPr/>
      </p:nvGrpSpPr>
      <p:grpSpPr>
        <a:xfrm>
          <a:off x="0" y="0"/>
          <a:ext cx="0" cy="0"/>
          <a:chOff x="0" y="0"/>
          <a:chExt cx="0" cy="0"/>
        </a:xfrm>
      </p:grpSpPr>
      <p:sp>
        <p:nvSpPr>
          <p:cNvPr id="12" name="Google Shape;12;p2"/>
          <p:cNvSpPr txBox="1"/>
          <p:nvPr/>
        </p:nvSpPr>
        <p:spPr>
          <a:xfrm>
            <a:off x="777239" y="6634573"/>
            <a:ext cx="5781822" cy="220979"/>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small">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 name="Google Shape;13;p2"/>
          <p:cNvSpPr txBox="1"/>
          <p:nvPr/>
        </p:nvSpPr>
        <p:spPr>
          <a:xfrm>
            <a:off x="6559062" y="6634573"/>
            <a:ext cx="5195133" cy="220979"/>
          </a:xfrm>
          <a:prstGeom prst="rect">
            <a:avLst/>
          </a:prstGeom>
          <a:solidFill>
            <a:srgbClr val="0080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small">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 name="Google Shape;14;p2"/>
          <p:cNvSpPr txBox="1"/>
          <p:nvPr/>
        </p:nvSpPr>
        <p:spPr>
          <a:xfrm>
            <a:off x="11754196" y="6637020"/>
            <a:ext cx="437803" cy="22097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1"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 name="Google Shape;15;p2"/>
          <p:cNvSpPr txBox="1"/>
          <p:nvPr/>
        </p:nvSpPr>
        <p:spPr>
          <a:xfrm>
            <a:off x="-1" y="-1"/>
            <a:ext cx="12191999" cy="232759"/>
          </a:xfrm>
          <a:prstGeom prst="rect">
            <a:avLst/>
          </a:prstGeom>
          <a:solidFill>
            <a:srgbClr val="0066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500" b="1" i="1"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 name="Google Shape;16;p2"/>
          <p:cNvSpPr txBox="1"/>
          <p:nvPr/>
        </p:nvSpPr>
        <p:spPr>
          <a:xfrm>
            <a:off x="0" y="6634573"/>
            <a:ext cx="777239" cy="221522"/>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small">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14422120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1"/>
        <p:cNvGrpSpPr/>
        <p:nvPr/>
      </p:nvGrpSpPr>
      <p:grpSpPr>
        <a:xfrm>
          <a:off x="0" y="0"/>
          <a:ext cx="0" cy="0"/>
          <a:chOff x="0" y="0"/>
          <a:chExt cx="0" cy="0"/>
        </a:xfrm>
      </p:grpSpPr>
      <p:sp>
        <p:nvSpPr>
          <p:cNvPr id="12" name="Google Shape;12;p2"/>
          <p:cNvSpPr txBox="1"/>
          <p:nvPr/>
        </p:nvSpPr>
        <p:spPr>
          <a:xfrm>
            <a:off x="777239" y="6634573"/>
            <a:ext cx="5781822" cy="220979"/>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small">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 name="Google Shape;13;p2"/>
          <p:cNvSpPr txBox="1"/>
          <p:nvPr/>
        </p:nvSpPr>
        <p:spPr>
          <a:xfrm>
            <a:off x="6559062" y="6634573"/>
            <a:ext cx="5195133" cy="220979"/>
          </a:xfrm>
          <a:prstGeom prst="rect">
            <a:avLst/>
          </a:prstGeom>
          <a:solidFill>
            <a:srgbClr val="0080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small">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 name="Google Shape;14;p2"/>
          <p:cNvSpPr txBox="1"/>
          <p:nvPr/>
        </p:nvSpPr>
        <p:spPr>
          <a:xfrm>
            <a:off x="11754196" y="6637020"/>
            <a:ext cx="437803" cy="22097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1"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 name="Google Shape;15;p2"/>
          <p:cNvSpPr txBox="1"/>
          <p:nvPr/>
        </p:nvSpPr>
        <p:spPr>
          <a:xfrm>
            <a:off x="-1" y="-1"/>
            <a:ext cx="12191999" cy="232759"/>
          </a:xfrm>
          <a:prstGeom prst="rect">
            <a:avLst/>
          </a:prstGeom>
          <a:solidFill>
            <a:srgbClr val="0066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500" b="1" i="1"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 name="Google Shape;16;p2"/>
          <p:cNvSpPr txBox="1"/>
          <p:nvPr/>
        </p:nvSpPr>
        <p:spPr>
          <a:xfrm>
            <a:off x="0" y="6634573"/>
            <a:ext cx="777239" cy="221522"/>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small">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31880905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2" y="232759"/>
            <a:ext cx="12192000" cy="714892"/>
          </a:xfrm>
          <a:prstGeom prst="rect">
            <a:avLst/>
          </a:prstGeom>
          <a:solidFill>
            <a:srgbClr val="FF6600"/>
          </a:solidFill>
          <a:ln>
            <a:noFill/>
          </a:ln>
          <a:effectLst>
            <a:outerShdw blurRad="44450" dist="27940" dir="5400000" algn="ctr">
              <a:srgbClr val="000000">
                <a:alpha val="31764"/>
              </a:srgbClr>
            </a:outerShdw>
          </a:effectLst>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4400"/>
              <a:buFont typeface="Times New Roman" panose="02020603050405020304"/>
              <a:buNone/>
              <a:defRPr sz="4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19" name="Google Shape;19;p3"/>
          <p:cNvSpPr txBox="1">
            <a:spLocks noGrp="1"/>
          </p:cNvSpPr>
          <p:nvPr>
            <p:ph type="body" idx="1"/>
          </p:nvPr>
        </p:nvSpPr>
        <p:spPr>
          <a:xfrm>
            <a:off x="199505" y="1097279"/>
            <a:ext cx="11779135" cy="5394960"/>
          </a:xfrm>
          <a:prstGeom prst="rect">
            <a:avLst/>
          </a:prstGeom>
          <a:noFill/>
          <a:ln>
            <a:noFill/>
          </a:ln>
        </p:spPr>
        <p:txBody>
          <a:bodyPr spcFirstLastPara="1" wrap="square" lIns="91425" tIns="45700" rIns="91425" bIns="45700" anchor="t" anchorCtr="0">
            <a:normAutofit/>
          </a:bodyPr>
          <a:lstStyle>
            <a:lvl1pPr marL="457200" lvl="0" indent="-406400" algn="just">
              <a:lnSpc>
                <a:spcPct val="90000"/>
              </a:lnSpc>
              <a:spcBef>
                <a:spcPts val="1000"/>
              </a:spcBef>
              <a:spcAft>
                <a:spcPts val="0"/>
              </a:spcAft>
              <a:buClr>
                <a:schemeClr val="dk1"/>
              </a:buClr>
              <a:buSzPts val="2800"/>
              <a:buFont typeface="Noto Sans Symbols"/>
              <a:buChar char="⮚"/>
              <a:defRPr/>
            </a:lvl1pPr>
            <a:lvl2pPr marL="914400" lvl="1" indent="-381000" algn="just">
              <a:lnSpc>
                <a:spcPct val="90000"/>
              </a:lnSpc>
              <a:spcBef>
                <a:spcPts val="500"/>
              </a:spcBef>
              <a:spcAft>
                <a:spcPts val="0"/>
              </a:spcAft>
              <a:buClr>
                <a:schemeClr val="dk1"/>
              </a:buClr>
              <a:buSzPts val="2400"/>
              <a:buFont typeface="Noto Sans Symbols"/>
              <a:buChar char="❑"/>
              <a:defRPr/>
            </a:lvl2pPr>
            <a:lvl3pPr marL="1371600" lvl="2" indent="-355600" algn="just">
              <a:lnSpc>
                <a:spcPct val="90000"/>
              </a:lnSpc>
              <a:spcBef>
                <a:spcPts val="500"/>
              </a:spcBef>
              <a:spcAft>
                <a:spcPts val="0"/>
              </a:spcAft>
              <a:buClr>
                <a:schemeClr val="dk1"/>
              </a:buClr>
              <a:buSzPts val="2000"/>
              <a:buFont typeface="Courier New" panose="02070309020205020404"/>
              <a:buChar char="o"/>
              <a:defRPr/>
            </a:lvl3pPr>
            <a:lvl4pPr marL="1828800" lvl="3" indent="-342900" algn="just">
              <a:lnSpc>
                <a:spcPct val="90000"/>
              </a:lnSpc>
              <a:spcBef>
                <a:spcPts val="500"/>
              </a:spcBef>
              <a:spcAft>
                <a:spcPts val="0"/>
              </a:spcAft>
              <a:buClr>
                <a:schemeClr val="dk1"/>
              </a:buClr>
              <a:buSzPts val="1800"/>
              <a:buFont typeface="Noto Sans Symbols"/>
              <a:buChar char="▪"/>
              <a:defRPr/>
            </a:lvl4pPr>
            <a:lvl5pPr marL="2286000" lvl="4" indent="-342900" algn="just">
              <a:lnSpc>
                <a:spcPct val="90000"/>
              </a:lnSpc>
              <a:spcBef>
                <a:spcPts val="500"/>
              </a:spcBef>
              <a:spcAft>
                <a:spcPts val="0"/>
              </a:spcAft>
              <a:buClr>
                <a:schemeClr val="dk1"/>
              </a:buClr>
              <a:buSzPts val="1800"/>
              <a:buFont typeface="Arial" panose="020B0604020202020204"/>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3"/>
          <p:cNvSpPr txBox="1"/>
          <p:nvPr/>
        </p:nvSpPr>
        <p:spPr>
          <a:xfrm>
            <a:off x="777239" y="6642828"/>
            <a:ext cx="5654039" cy="215172"/>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0" i="0" u="none" strike="noStrike" cap="small" dirty="0">
                <a:solidFill>
                  <a:schemeClr val="lt1"/>
                </a:solidFill>
                <a:latin typeface="Times New Roman" panose="02020603050405020304"/>
                <a:ea typeface="Times New Roman" panose="02020603050405020304"/>
                <a:cs typeface="Times New Roman" panose="02020603050405020304"/>
                <a:sym typeface="Times New Roman" panose="02020603050405020304"/>
              </a:rPr>
              <a:t>Department of Computer Science and Engineering</a:t>
            </a:r>
            <a:endParaRPr sz="1600" b="0" i="0" u="none" strike="noStrike" cap="small"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 name="Google Shape;21;p3"/>
          <p:cNvSpPr txBox="1"/>
          <p:nvPr/>
        </p:nvSpPr>
        <p:spPr>
          <a:xfrm>
            <a:off x="6431278" y="6641866"/>
            <a:ext cx="5322917" cy="216133"/>
          </a:xfrm>
          <a:prstGeom prst="rect">
            <a:avLst/>
          </a:prstGeom>
          <a:solidFill>
            <a:srgbClr val="0080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0" i="0" u="none" strike="noStrike" cap="small">
                <a:solidFill>
                  <a:schemeClr val="lt1"/>
                </a:solidFill>
                <a:latin typeface="Times New Roman" panose="02020603050405020304"/>
                <a:ea typeface="Times New Roman" panose="02020603050405020304"/>
                <a:cs typeface="Times New Roman" panose="02020603050405020304"/>
                <a:sym typeface="Times New Roman" panose="02020603050405020304"/>
              </a:rPr>
              <a:t>Srinivasa Ramanujan Institute of Technology</a:t>
            </a:r>
            <a:endParaRPr sz="1600" b="0" i="0" u="none" strike="noStrike" cap="small">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 name="Google Shape;22;p3"/>
          <p:cNvSpPr txBox="1"/>
          <p:nvPr/>
        </p:nvSpPr>
        <p:spPr>
          <a:xfrm>
            <a:off x="11754196" y="6641865"/>
            <a:ext cx="437803" cy="216133"/>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1" i="0" u="none" strike="noStrike" cap="none" dirty="0">
              <a:solidFill>
                <a:schemeClr val="bg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 name="Google Shape;23;p3"/>
          <p:cNvSpPr txBox="1"/>
          <p:nvPr/>
        </p:nvSpPr>
        <p:spPr>
          <a:xfrm>
            <a:off x="-1" y="0"/>
            <a:ext cx="12191999" cy="232759"/>
          </a:xfrm>
          <a:prstGeom prst="rect">
            <a:avLst/>
          </a:prstGeom>
          <a:solidFill>
            <a:srgbClr val="0066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500" b="1" i="1"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Green QR : Smart Tree Information System </a:t>
            </a:r>
            <a:endParaRPr sz="1500" b="1" i="1"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4" name="Google Shape;24;p3"/>
          <p:cNvPicPr preferRelativeResize="0"/>
          <p:nvPr/>
        </p:nvPicPr>
        <p:blipFill rotWithShape="1">
          <a:blip r:embed="rId2"/>
          <a:srcRect/>
          <a:stretch>
            <a:fillRect/>
          </a:stretch>
        </p:blipFill>
        <p:spPr>
          <a:xfrm>
            <a:off x="11506200" y="5956065"/>
            <a:ext cx="685800" cy="685800"/>
          </a:xfrm>
          <a:prstGeom prst="rect">
            <a:avLst/>
          </a:prstGeom>
          <a:noFill/>
          <a:ln>
            <a:noFill/>
          </a:ln>
        </p:spPr>
      </p:pic>
      <p:sp>
        <p:nvSpPr>
          <p:cNvPr id="25" name="Google Shape;25;p3"/>
          <p:cNvSpPr txBox="1"/>
          <p:nvPr/>
        </p:nvSpPr>
        <p:spPr>
          <a:xfrm>
            <a:off x="0" y="6642735"/>
            <a:ext cx="1159510" cy="215265"/>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0" i="0" u="none" strike="noStrike" cap="small" dirty="0">
                <a:solidFill>
                  <a:schemeClr val="lt1"/>
                </a:solidFill>
                <a:latin typeface="Times New Roman" panose="02020603050405020304"/>
                <a:ea typeface="Times New Roman" panose="02020603050405020304"/>
                <a:cs typeface="Times New Roman" panose="02020603050405020304"/>
                <a:sym typeface="Times New Roman" panose="02020603050405020304"/>
              </a:rPr>
              <a:t> A15</a:t>
            </a:r>
            <a:endParaRPr sz="1600" b="0" i="0" u="none" strike="noStrike" cap="small"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30385234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7D0C8B-4FE3-E1AD-0F3F-BDFE21809F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17C1643-FB38-0FD3-6A8E-FF3BECD69C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4F534D5-7773-19C3-179C-F6375E15AD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BCC39B-EFF5-4758-BAA3-EA8C29C38555}" type="datetimeFigureOut">
              <a:rPr lang="en-IN" smtClean="0"/>
              <a:t>21-02-2026</a:t>
            </a:fld>
            <a:endParaRPr lang="en-IN"/>
          </a:p>
        </p:txBody>
      </p:sp>
      <p:sp>
        <p:nvSpPr>
          <p:cNvPr id="5" name="Footer Placeholder 4">
            <a:extLst>
              <a:ext uri="{FF2B5EF4-FFF2-40B4-BE49-F238E27FC236}">
                <a16:creationId xmlns:a16="http://schemas.microsoft.com/office/drawing/2014/main" id="{0E552A46-265E-A1BF-A914-FE9862C157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2AF21D1-12C4-96D3-7E82-54B4362670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79D995-77E3-4EE5-B803-35ED9DEFAED0}" type="slidenum">
              <a:rPr lang="en-IN" smtClean="0"/>
              <a:t>‹#›</a:t>
            </a:fld>
            <a:endParaRPr lang="en-IN"/>
          </a:p>
        </p:txBody>
      </p:sp>
    </p:spTree>
    <p:extLst>
      <p:ext uri="{BB962C8B-B14F-4D97-AF65-F5344CB8AC3E}">
        <p14:creationId xmlns:p14="http://schemas.microsoft.com/office/powerpoint/2010/main" val="2381211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just" rtl="0">
              <a:lnSpc>
                <a:spcPct val="90000"/>
              </a:lnSpc>
              <a:spcBef>
                <a:spcPts val="1000"/>
              </a:spcBef>
              <a:spcAft>
                <a:spcPts val="0"/>
              </a:spcAft>
              <a:buClr>
                <a:schemeClr val="dk1"/>
              </a:buClr>
              <a:buSzPts val="2800"/>
              <a:buFont typeface="Noto Sans Symbols"/>
              <a:buChar char="❑"/>
              <a:defRPr sz="2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L="914400" marR="0" lvl="1" indent="-381000" algn="just" rtl="0">
              <a:lnSpc>
                <a:spcPct val="90000"/>
              </a:lnSpc>
              <a:spcBef>
                <a:spcPts val="500"/>
              </a:spcBef>
              <a:spcAft>
                <a:spcPts val="0"/>
              </a:spcAft>
              <a:buClr>
                <a:schemeClr val="dk1"/>
              </a:buClr>
              <a:buSzPts val="2400"/>
              <a:buFont typeface="Noto Sans Symbols"/>
              <a:buChar char="⮚"/>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L="1371600" marR="0" lvl="2" indent="-355600" algn="just" rtl="0">
              <a:lnSpc>
                <a:spcPct val="90000"/>
              </a:lnSpc>
              <a:spcBef>
                <a:spcPts val="500"/>
              </a:spcBef>
              <a:spcAft>
                <a:spcPts val="0"/>
              </a:spcAft>
              <a:buClr>
                <a:schemeClr val="dk1"/>
              </a:buClr>
              <a:buSzPts val="2000"/>
              <a:buFont typeface="Courier New" panose="02070309020205020404"/>
              <a:buChar char="o"/>
              <a:defRPr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L="1828800" marR="0" lvl="3" indent="-342900" algn="just" rtl="0">
              <a:lnSpc>
                <a:spcPct val="90000"/>
              </a:lnSpc>
              <a:spcBef>
                <a:spcPts val="500"/>
              </a:spcBef>
              <a:spcAft>
                <a:spcPts val="0"/>
              </a:spcAft>
              <a:buClr>
                <a:schemeClr val="dk1"/>
              </a:buClr>
              <a:buSzPts val="1800"/>
              <a:buFont typeface="Noto Sans Symbols"/>
              <a:buChar char="▪"/>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L="2286000" marR="0" lvl="4" indent="-342900" algn="just"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Tree>
    <p:extLst>
      <p:ext uri="{BB962C8B-B14F-4D97-AF65-F5344CB8AC3E}">
        <p14:creationId xmlns:p14="http://schemas.microsoft.com/office/powerpoint/2010/main" val="3637461063"/>
      </p:ext>
    </p:extLst>
  </p:cSld>
  <p:clrMap bg1="lt1" tx1="dk1" bg2="dk2" tx2="lt2" accent1="accent1" accent2="accent2" accent3="accent3" accent4="accent4" accent5="accent5" accent6="accent6" hlink="hlink" folHlink="folHlink"/>
  <p:sldLayoutIdLst>
    <p:sldLayoutId id="2147483662" r:id="rId1"/>
    <p:sldLayoutId id="2147483663"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4.jpeg"/><Relationship Id="rId7"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1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jpeg"/><Relationship Id="rId9"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jpeg"/><Relationship Id="rId7" Type="http://schemas.openxmlformats.org/officeDocument/2006/relationships/image" Target="../media/image16.jpeg"/><Relationship Id="rId2" Type="http://schemas.openxmlformats.org/officeDocument/2006/relationships/image" Target="../media/image11.jpeg"/><Relationship Id="rId1" Type="http://schemas.openxmlformats.org/officeDocument/2006/relationships/slideLayout" Target="../slideLayouts/slideLayout1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jpeg"/></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
        <p:cNvGrpSpPr/>
        <p:nvPr/>
      </p:nvGrpSpPr>
      <p:grpSpPr>
        <a:xfrm>
          <a:off x="0" y="0"/>
          <a:ext cx="0" cy="0"/>
          <a:chOff x="0" y="0"/>
          <a:chExt cx="0" cy="0"/>
        </a:xfrm>
      </p:grpSpPr>
      <p:sp>
        <p:nvSpPr>
          <p:cNvPr id="4" name="Subtitle 11"/>
          <p:cNvSpPr txBox="1"/>
          <p:nvPr/>
        </p:nvSpPr>
        <p:spPr>
          <a:xfrm>
            <a:off x="4758813" y="1783000"/>
            <a:ext cx="2625213" cy="584534"/>
          </a:xfrm>
          <a:prstGeom prst="rect">
            <a:avLst/>
          </a:prstGeom>
        </p:spPr>
        <p:txBody>
          <a:bodyPr vert="horz" lIns="91440" tIns="45720" rIns="91440" bIns="45720" rtlCol="0">
            <a:normAutofit fontScale="40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IN" sz="5400" b="0" dirty="0">
                <a:effectLst>
                  <a:outerShdw blurRad="38100" dist="38100" dir="2700000" algn="tl">
                    <a:srgbClr val="000000">
                      <a:alpha val="43137"/>
                    </a:srgbClr>
                  </a:outerShdw>
                </a:effectLst>
              </a:rPr>
              <a:t>B Shantha Vardhan</a:t>
            </a:r>
            <a:endParaRPr lang="en-US" sz="6000" b="0" dirty="0">
              <a:effectLst>
                <a:outerShdw blurRad="38100" dist="38100" dir="2700000" algn="tl">
                  <a:srgbClr val="000000">
                    <a:alpha val="43137"/>
                  </a:srgbClr>
                </a:outerShdw>
              </a:effectLst>
            </a:endParaRPr>
          </a:p>
          <a:p>
            <a:pPr>
              <a:spcBef>
                <a:spcPts val="300"/>
              </a:spcBef>
            </a:pPr>
            <a:r>
              <a:rPr lang="en-US" sz="2800" b="0" dirty="0"/>
              <a:t>Roll No. 224G1A0597</a:t>
            </a:r>
          </a:p>
        </p:txBody>
      </p:sp>
      <p:sp>
        <p:nvSpPr>
          <p:cNvPr id="2" name="Subtitle 11"/>
          <p:cNvSpPr txBox="1"/>
          <p:nvPr/>
        </p:nvSpPr>
        <p:spPr>
          <a:xfrm>
            <a:off x="3759654" y="2475580"/>
            <a:ext cx="4672674" cy="89804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1400" b="0" i="1" dirty="0"/>
              <a:t>Under the guidance of</a:t>
            </a:r>
          </a:p>
          <a:p>
            <a:pPr>
              <a:spcBef>
                <a:spcPts val="200"/>
              </a:spcBef>
            </a:pPr>
            <a:r>
              <a:rPr lang="en-IN" sz="2400" b="0" dirty="0">
                <a:effectLst>
                  <a:outerShdw blurRad="38100" dist="38100" dir="2700000" algn="tl">
                    <a:srgbClr val="000000">
                      <a:alpha val="43137"/>
                    </a:srgbClr>
                  </a:outerShdw>
                </a:effectLst>
              </a:rPr>
              <a:t>Dr. P. Veera Prakash , </a:t>
            </a:r>
            <a:r>
              <a:rPr lang="en-IN" sz="1200" b="0" dirty="0" err="1">
                <a:effectLst>
                  <a:outerShdw blurRad="38100" dist="38100" dir="2700000" algn="tl">
                    <a:srgbClr val="000000">
                      <a:alpha val="43137"/>
                    </a:srgbClr>
                  </a:outerShdw>
                </a:effectLst>
              </a:rPr>
              <a:t>M.Tech</a:t>
            </a:r>
            <a:r>
              <a:rPr lang="en-IN" sz="1200" b="0" dirty="0">
                <a:effectLst>
                  <a:outerShdw blurRad="38100" dist="38100" dir="2700000" algn="tl">
                    <a:srgbClr val="000000">
                      <a:alpha val="43137"/>
                    </a:srgbClr>
                  </a:outerShdw>
                </a:effectLst>
              </a:rPr>
              <a:t>, </a:t>
            </a:r>
            <a:r>
              <a:rPr lang="en-IN" sz="1200" b="0" dirty="0" err="1">
                <a:effectLst>
                  <a:outerShdw blurRad="38100" dist="38100" dir="2700000" algn="tl">
                    <a:srgbClr val="000000">
                      <a:alpha val="43137"/>
                    </a:srgbClr>
                  </a:outerShdw>
                </a:effectLst>
              </a:rPr>
              <a:t>Ph.D</a:t>
            </a:r>
            <a:endParaRPr lang="en-IN" sz="1200" b="0" dirty="0">
              <a:effectLst>
                <a:outerShdw blurRad="38100" dist="38100" dir="2700000" algn="tl">
                  <a:srgbClr val="000000">
                    <a:alpha val="43137"/>
                  </a:srgbClr>
                </a:outerShdw>
              </a:effectLst>
            </a:endParaRPr>
          </a:p>
          <a:p>
            <a:pPr>
              <a:spcBef>
                <a:spcPts val="200"/>
              </a:spcBef>
            </a:pPr>
            <a:r>
              <a:rPr lang="en-IN" sz="2400" b="0" dirty="0">
                <a:effectLst>
                  <a:outerShdw blurRad="38100" dist="38100" dir="2700000" algn="tl">
                    <a:srgbClr val="000000">
                      <a:alpha val="43137"/>
                    </a:srgbClr>
                  </a:outerShdw>
                </a:effectLst>
              </a:rPr>
              <a:t>Assistant Professor</a:t>
            </a:r>
            <a:endParaRPr lang="en-IN" sz="1400" b="0" dirty="0"/>
          </a:p>
        </p:txBody>
      </p:sp>
      <p:sp>
        <p:nvSpPr>
          <p:cNvPr id="3" name="Subtitle 11"/>
          <p:cNvSpPr txBox="1"/>
          <p:nvPr/>
        </p:nvSpPr>
        <p:spPr>
          <a:xfrm>
            <a:off x="1514475" y="5162533"/>
            <a:ext cx="9163049" cy="1427181"/>
          </a:xfrm>
          <a:prstGeom prst="rect">
            <a:avLst/>
          </a:prstGeom>
        </p:spPr>
        <p:txBody>
          <a:bodyPr vert="horz" lIns="91440" tIns="45720" rIns="91440" bIns="45720" rtlCol="0">
            <a:normAutofit fontScale="40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500"/>
              </a:spcBef>
            </a:pPr>
            <a:r>
              <a:rPr lang="en-US" sz="4200" b="0" dirty="0">
                <a:effectLst>
                  <a:outerShdw blurRad="38100" dist="38100" dir="2700000" algn="tl">
                    <a:srgbClr val="000000">
                      <a:alpha val="43137"/>
                    </a:srgbClr>
                  </a:outerShdw>
                </a:effectLst>
              </a:rPr>
              <a:t>Department of Computer Science and Engineering    </a:t>
            </a:r>
          </a:p>
          <a:p>
            <a:pPr>
              <a:spcBef>
                <a:spcPts val="500"/>
              </a:spcBef>
            </a:pPr>
            <a:r>
              <a:rPr lang="en-US" sz="6500" b="0" dirty="0">
                <a:solidFill>
                  <a:srgbClr val="FF0000"/>
                </a:solidFill>
                <a:effectLst>
                  <a:outerShdw blurRad="38100" dist="38100" dir="2700000" algn="tl">
                    <a:srgbClr val="000000">
                      <a:alpha val="43137"/>
                    </a:srgbClr>
                  </a:outerShdw>
                </a:effectLst>
              </a:rPr>
              <a:t>Srinivasa Ramanujan Institute of Technology</a:t>
            </a:r>
          </a:p>
          <a:p>
            <a:pPr>
              <a:spcBef>
                <a:spcPts val="300"/>
              </a:spcBef>
            </a:pPr>
            <a:r>
              <a:rPr lang="en-US" sz="3400" dirty="0">
                <a:effectLst/>
                <a:ea typeface="Times New Roman" panose="02020603050405020304" pitchFamily="18" charset="0"/>
              </a:rPr>
              <a:t>Autonomous</a:t>
            </a:r>
            <a:endParaRPr lang="en-US" sz="3400" b="0" dirty="0"/>
          </a:p>
          <a:p>
            <a:pPr>
              <a:spcBef>
                <a:spcPts val="300"/>
              </a:spcBef>
            </a:pPr>
            <a:r>
              <a:rPr lang="en-US" sz="2770" dirty="0" err="1"/>
              <a:t>Rotarypuram</a:t>
            </a:r>
            <a:r>
              <a:rPr lang="en-US" sz="2770" dirty="0"/>
              <a:t> Village, B K </a:t>
            </a:r>
            <a:r>
              <a:rPr lang="en-US" sz="2770" dirty="0" err="1"/>
              <a:t>Samudram</a:t>
            </a:r>
            <a:r>
              <a:rPr lang="en-US" sz="2770" dirty="0"/>
              <a:t> Mandal, </a:t>
            </a:r>
            <a:r>
              <a:rPr lang="en-US" sz="2770" dirty="0" err="1"/>
              <a:t>Ananthapuramu</a:t>
            </a:r>
            <a:r>
              <a:rPr lang="en-US" sz="2770" dirty="0"/>
              <a:t> – 515701.</a:t>
            </a:r>
          </a:p>
          <a:p>
            <a:pPr>
              <a:spcBef>
                <a:spcPts val="300"/>
              </a:spcBef>
            </a:pPr>
            <a:r>
              <a:rPr lang="en-IN" altLang="en-US" sz="2770" dirty="0"/>
              <a:t>Accredited by NBA &amp; NAAC with “A” Grade,Affiliated to JNTUA,Ananthapuramu</a:t>
            </a:r>
            <a:endParaRPr lang="en-US" sz="2770" dirty="0"/>
          </a:p>
          <a:p>
            <a:pPr>
              <a:spcAft>
                <a:spcPts val="100"/>
              </a:spcAft>
            </a:pPr>
            <a:r>
              <a:rPr lang="en-US" sz="2770" dirty="0">
                <a:solidFill>
                  <a:schemeClr val="accent1">
                    <a:lumMod val="50000"/>
                  </a:schemeClr>
                </a:solidFill>
              </a:rPr>
              <a:t>202</a:t>
            </a:r>
            <a:r>
              <a:rPr lang="en-IN" altLang="en-US" sz="2770" dirty="0">
                <a:solidFill>
                  <a:schemeClr val="accent1">
                    <a:lumMod val="50000"/>
                  </a:schemeClr>
                </a:solidFill>
              </a:rPr>
              <a:t>5</a:t>
            </a:r>
            <a:r>
              <a:rPr lang="en-US" sz="2770" dirty="0">
                <a:solidFill>
                  <a:schemeClr val="accent1">
                    <a:lumMod val="50000"/>
                  </a:schemeClr>
                </a:solidFill>
              </a:rPr>
              <a:t>-202</a:t>
            </a:r>
            <a:r>
              <a:rPr lang="en-IN" altLang="en-US" sz="2770" dirty="0">
                <a:solidFill>
                  <a:schemeClr val="accent1">
                    <a:lumMod val="50000"/>
                  </a:schemeClr>
                </a:solidFill>
              </a:rPr>
              <a:t>6</a:t>
            </a:r>
            <a:endParaRPr lang="en-US" sz="2770" b="0" dirty="0"/>
          </a:p>
          <a:p>
            <a:endParaRPr lang="en-IN" sz="2770" b="0" dirty="0"/>
          </a:p>
        </p:txBody>
      </p:sp>
      <p:sp>
        <p:nvSpPr>
          <p:cNvPr id="8" name="Subtitle 11"/>
          <p:cNvSpPr txBox="1"/>
          <p:nvPr/>
        </p:nvSpPr>
        <p:spPr>
          <a:xfrm>
            <a:off x="3574384" y="1783000"/>
            <a:ext cx="2382924" cy="58453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endParaRPr lang="en-US" sz="1200" b="0" dirty="0"/>
          </a:p>
        </p:txBody>
      </p:sp>
      <p:sp>
        <p:nvSpPr>
          <p:cNvPr id="9" name="Subtitle 11"/>
          <p:cNvSpPr txBox="1"/>
          <p:nvPr/>
        </p:nvSpPr>
        <p:spPr>
          <a:xfrm>
            <a:off x="8340232" y="1783000"/>
            <a:ext cx="2660290" cy="584534"/>
          </a:xfrm>
          <a:prstGeom prst="rect">
            <a:avLst/>
          </a:prstGeom>
        </p:spPr>
        <p:txBody>
          <a:bodyPr vert="horz" lIns="91440" tIns="45720" rIns="91440" bIns="45720" rtlCol="0">
            <a:normAutofit fontScale="2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IN" sz="9600" b="0" dirty="0">
                <a:effectLst>
                  <a:outerShdw blurRad="38100" dist="38100" dir="2700000" algn="tl">
                    <a:srgbClr val="000000">
                      <a:alpha val="43137"/>
                    </a:srgbClr>
                  </a:outerShdw>
                </a:effectLst>
              </a:rPr>
              <a:t>V Likith Kumar</a:t>
            </a:r>
            <a:endParaRPr lang="en-US" sz="9600" b="0" dirty="0">
              <a:effectLst>
                <a:outerShdw blurRad="38100" dist="38100" dir="2700000" algn="tl">
                  <a:srgbClr val="000000">
                    <a:alpha val="43137"/>
                  </a:srgbClr>
                </a:outerShdw>
              </a:effectLst>
            </a:endParaRPr>
          </a:p>
          <a:p>
            <a:pPr>
              <a:spcBef>
                <a:spcPts val="300"/>
              </a:spcBef>
            </a:pPr>
            <a:r>
              <a:rPr lang="en-US" sz="2800" b="0" dirty="0"/>
              <a:t>Roll No. </a:t>
            </a:r>
            <a:r>
              <a:rPr lang="en-US" sz="3400" b="0" dirty="0"/>
              <a:t>224G1A0542</a:t>
            </a:r>
          </a:p>
        </p:txBody>
      </p:sp>
      <p:sp>
        <p:nvSpPr>
          <p:cNvPr id="10" name="Subtitle 11"/>
          <p:cNvSpPr txBox="1"/>
          <p:nvPr/>
        </p:nvSpPr>
        <p:spPr>
          <a:xfrm>
            <a:off x="1191460" y="1783000"/>
            <a:ext cx="2382924" cy="584534"/>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600" b="0" dirty="0">
                <a:effectLst>
                  <a:outerShdw blurRad="38100" dist="38100" dir="2700000" algn="tl">
                    <a:srgbClr val="000000">
                      <a:alpha val="43137"/>
                    </a:srgbClr>
                  </a:outerShdw>
                </a:effectLst>
              </a:rPr>
              <a:t>A Chaithanya</a:t>
            </a:r>
          </a:p>
          <a:p>
            <a:pPr>
              <a:spcBef>
                <a:spcPts val="300"/>
              </a:spcBef>
            </a:pPr>
            <a:r>
              <a:rPr lang="en-US" sz="1200" b="0" dirty="0"/>
              <a:t>Roll No. 224G1A0513</a:t>
            </a:r>
          </a:p>
        </p:txBody>
      </p:sp>
      <p:sp>
        <p:nvSpPr>
          <p:cNvPr id="11" name="Rectangle: Rounded Corners 16"/>
          <p:cNvSpPr/>
          <p:nvPr/>
        </p:nvSpPr>
        <p:spPr>
          <a:xfrm>
            <a:off x="755009" y="335271"/>
            <a:ext cx="10528183" cy="857864"/>
          </a:xfrm>
          <a:prstGeom prst="roundRect">
            <a:avLst/>
          </a:prstGeom>
          <a:solidFill>
            <a:srgbClr val="FF6600"/>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GREEN QR: SMART TREE INFORMATION SYSTEM </a:t>
            </a:r>
            <a:endParaRPr lang="en-IN"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5" name="Rectangle 17"/>
          <p:cNvSpPr/>
          <p:nvPr/>
        </p:nvSpPr>
        <p:spPr>
          <a:xfrm>
            <a:off x="2714840" y="1261696"/>
            <a:ext cx="6762303" cy="338041"/>
          </a:xfrm>
          <a:prstGeom prst="rect">
            <a:avLst/>
          </a:prstGeom>
        </p:spPr>
        <p:txBody>
          <a:bodyPr wrap="square">
            <a:spAutoFit/>
          </a:bodyPr>
          <a:lstStyle/>
          <a:p>
            <a:pPr algn="ctr">
              <a:lnSpc>
                <a:spcPct val="107000"/>
              </a:lnSpc>
              <a:spcBef>
                <a:spcPts val="500"/>
              </a:spcBef>
              <a:spcAft>
                <a:spcPts val="500"/>
              </a:spcAft>
            </a:pPr>
            <a:r>
              <a:rPr lang="en-IN" sz="1600" i="1" dirty="0">
                <a:solidFill>
                  <a:srgbClr val="000000"/>
                </a:solidFill>
                <a:latin typeface="Times New Roman" panose="02020603050405020304" pitchFamily="18" charset="0"/>
                <a:ea typeface="Calibri" panose="020F0502020204030204" pitchFamily="34" charset="0"/>
              </a:rPr>
              <a:t>by</a:t>
            </a:r>
          </a:p>
        </p:txBody>
      </p:sp>
      <p:pic>
        <p:nvPicPr>
          <p:cNvPr id="16" name="Picture 15"/>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5332301" y="3477046"/>
            <a:ext cx="1527379" cy="168548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6"/>
          <p:cNvSpPr txBox="1">
            <a:spLocks noGrp="1"/>
          </p:cNvSpPr>
          <p:nvPr>
            <p:ph type="title"/>
          </p:nvPr>
        </p:nvSpPr>
        <p:spPr>
          <a:xfrm>
            <a:off x="-2" y="232759"/>
            <a:ext cx="12192000" cy="714892"/>
          </a:xfrm>
          <a:prstGeom prst="rect">
            <a:avLst/>
          </a:prstGeom>
          <a:solidFill>
            <a:srgbClr val="FF6600"/>
          </a:solidFill>
          <a:ln>
            <a:noFill/>
          </a:ln>
          <a:effectLst>
            <a:outerShdw blurRad="44450" dist="27940" dir="5400000" algn="ctr">
              <a:srgbClr val="000000">
                <a:alpha val="31764"/>
              </a:srgbClr>
            </a:outerShdw>
          </a:effectLst>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400"/>
              <a:buFont typeface="Times New Roman" panose="02020603050405020304"/>
              <a:buNone/>
            </a:pPr>
            <a:r>
              <a:rPr lang="en-US"/>
              <a:t>Contents</a:t>
            </a:r>
          </a:p>
        </p:txBody>
      </p:sp>
      <p:sp>
        <p:nvSpPr>
          <p:cNvPr id="50" name="Google Shape;50;p6"/>
          <p:cNvSpPr txBox="1">
            <a:spLocks noGrp="1"/>
          </p:cNvSpPr>
          <p:nvPr>
            <p:ph type="body" idx="1"/>
          </p:nvPr>
        </p:nvSpPr>
        <p:spPr>
          <a:xfrm>
            <a:off x="199505" y="1097279"/>
            <a:ext cx="11779135" cy="5394960"/>
          </a:xfrm>
          <a:prstGeom prst="rect">
            <a:avLst/>
          </a:prstGeom>
          <a:noFill/>
          <a:ln>
            <a:noFill/>
          </a:ln>
        </p:spPr>
        <p:txBody>
          <a:bodyPr spcFirstLastPara="1" wrap="square" lIns="91425" tIns="45700" rIns="91425" bIns="45700" anchor="t" anchorCtr="0">
            <a:normAutofit/>
          </a:bodyPr>
          <a:lstStyle/>
          <a:p>
            <a:pPr lvl="0" indent="-457200" algn="just" rtl="0">
              <a:lnSpc>
                <a:spcPct val="90000"/>
              </a:lnSpc>
              <a:spcBef>
                <a:spcPts val="1000"/>
              </a:spcBef>
              <a:spcAft>
                <a:spcPts val="0"/>
              </a:spcAft>
              <a:buClr>
                <a:schemeClr val="dk1"/>
              </a:buClr>
              <a:buSzPts val="2800"/>
              <a:buFont typeface="Arial" panose="020B0604020202020204" pitchFamily="34" charset="0"/>
              <a:buChar char="•"/>
            </a:pPr>
            <a:r>
              <a:rPr lang="en-US" dirty="0"/>
              <a:t>Problem Statement</a:t>
            </a:r>
          </a:p>
          <a:p>
            <a:pPr lvl="0" indent="-457200" algn="just" rtl="0">
              <a:lnSpc>
                <a:spcPct val="90000"/>
              </a:lnSpc>
              <a:spcBef>
                <a:spcPts val="1000"/>
              </a:spcBef>
              <a:spcAft>
                <a:spcPts val="0"/>
              </a:spcAft>
              <a:buClr>
                <a:schemeClr val="dk1"/>
              </a:buClr>
              <a:buSzPts val="2800"/>
              <a:buFont typeface="Arial" panose="020B0604020202020204" pitchFamily="34" charset="0"/>
              <a:buChar char="•"/>
            </a:pPr>
            <a:r>
              <a:rPr lang="en-US" dirty="0"/>
              <a:t>Objectives</a:t>
            </a:r>
          </a:p>
          <a:p>
            <a:pPr lvl="0" indent="-457200" algn="just" rtl="0">
              <a:lnSpc>
                <a:spcPct val="90000"/>
              </a:lnSpc>
              <a:spcBef>
                <a:spcPts val="1000"/>
              </a:spcBef>
              <a:spcAft>
                <a:spcPts val="0"/>
              </a:spcAft>
              <a:buClr>
                <a:schemeClr val="dk1"/>
              </a:buClr>
              <a:buSzPts val="2800"/>
              <a:buFont typeface="Arial" panose="020B0604020202020204" pitchFamily="34" charset="0"/>
              <a:buChar char="•"/>
            </a:pPr>
            <a:r>
              <a:rPr lang="en-US" dirty="0"/>
              <a:t>Methodology</a:t>
            </a:r>
          </a:p>
          <a:p>
            <a:pPr lvl="0" indent="-457200" algn="just" rtl="0">
              <a:lnSpc>
                <a:spcPct val="90000"/>
              </a:lnSpc>
              <a:spcBef>
                <a:spcPts val="1000"/>
              </a:spcBef>
              <a:spcAft>
                <a:spcPts val="0"/>
              </a:spcAft>
              <a:buClr>
                <a:schemeClr val="dk1"/>
              </a:buClr>
              <a:buSzPts val="2800"/>
              <a:buFont typeface="Arial" panose="020B0604020202020204" pitchFamily="34" charset="0"/>
              <a:buChar char="•"/>
            </a:pPr>
            <a:r>
              <a:rPr lang="en-US" dirty="0"/>
              <a:t>Implementation Details</a:t>
            </a:r>
          </a:p>
          <a:p>
            <a:pPr lvl="0" indent="-457200" algn="just" rtl="0">
              <a:lnSpc>
                <a:spcPct val="90000"/>
              </a:lnSpc>
              <a:spcBef>
                <a:spcPts val="1000"/>
              </a:spcBef>
              <a:spcAft>
                <a:spcPts val="0"/>
              </a:spcAft>
              <a:buClr>
                <a:schemeClr val="dk1"/>
              </a:buClr>
              <a:buSzPts val="2800"/>
              <a:buFont typeface="Arial" panose="020B0604020202020204" pitchFamily="34" charset="0"/>
              <a:buChar char="•"/>
            </a:pPr>
            <a:r>
              <a:rPr lang="en-US" dirty="0"/>
              <a:t>Expected Outcomes/ Results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5"/>
          <p:cNvSpPr txBox="1">
            <a:spLocks noGrp="1"/>
          </p:cNvSpPr>
          <p:nvPr>
            <p:ph type="title"/>
          </p:nvPr>
        </p:nvSpPr>
        <p:spPr>
          <a:xfrm>
            <a:off x="-2" y="232759"/>
            <a:ext cx="12192000" cy="714892"/>
          </a:xfrm>
          <a:prstGeom prst="rect">
            <a:avLst/>
          </a:prstGeom>
          <a:solidFill>
            <a:srgbClr val="FF6600"/>
          </a:solidFill>
          <a:ln>
            <a:noFill/>
          </a:ln>
          <a:effectLst>
            <a:outerShdw blurRad="44450" dist="27940" dir="5400000" algn="ctr">
              <a:srgbClr val="000000">
                <a:alpha val="31764"/>
              </a:srgbClr>
            </a:outerShdw>
          </a:effectLst>
        </p:spPr>
        <p:txBody>
          <a:bodyPr spcFirstLastPara="1" wrap="square" lIns="91425" tIns="45700" rIns="91425" bIns="45700" anchor="t" anchorCtr="0">
            <a:noAutofit/>
          </a:bodyPr>
          <a:lstStyle/>
          <a:p>
            <a:pPr marL="0" lvl="0" indent="0" rtl="0">
              <a:lnSpc>
                <a:spcPct val="90000"/>
              </a:lnSpc>
              <a:spcBef>
                <a:spcPts val="0"/>
              </a:spcBef>
              <a:spcAft>
                <a:spcPts val="0"/>
              </a:spcAft>
              <a:buClr>
                <a:schemeClr val="lt1"/>
              </a:buClr>
              <a:buSzPts val="4400"/>
              <a:buFont typeface="Times New Roman" panose="02020603050405020304"/>
              <a:buNone/>
            </a:pPr>
            <a:r>
              <a:rPr lang="en-US" dirty="0"/>
              <a:t>Problem Statement</a:t>
            </a:r>
          </a:p>
        </p:txBody>
      </p:sp>
      <p:sp>
        <p:nvSpPr>
          <p:cNvPr id="44" name="Google Shape;44;p5"/>
          <p:cNvSpPr txBox="1">
            <a:spLocks noGrp="1"/>
          </p:cNvSpPr>
          <p:nvPr>
            <p:ph type="body" idx="1"/>
          </p:nvPr>
        </p:nvSpPr>
        <p:spPr>
          <a:xfrm>
            <a:off x="199505" y="1065475"/>
            <a:ext cx="11779135" cy="5482809"/>
          </a:xfrm>
          <a:prstGeom prst="rect">
            <a:avLst/>
          </a:prstGeom>
          <a:noFill/>
          <a:ln>
            <a:noFill/>
          </a:ln>
        </p:spPr>
        <p:txBody>
          <a:bodyPr spcFirstLastPara="1" wrap="square" lIns="91425" tIns="45700" rIns="91425" bIns="45700" anchor="t" anchorCtr="0">
            <a:normAutofit/>
          </a:bodyPr>
          <a:lstStyle/>
          <a:p>
            <a:pPr marL="50800" indent="0">
              <a:buNone/>
            </a:pPr>
            <a:r>
              <a:rPr lang="en-US" sz="2400" dirty="0"/>
              <a:t>            In many areas, there is no proper system to monitor planted trees. Information about trees such as species, age, maintenance history, and environmental benefits is not easily accessible. Manual record-keeping is inefficient and prone to data loss.</a:t>
            </a:r>
          </a:p>
          <a:p>
            <a:pPr marL="50800" indent="0">
              <a:buNone/>
            </a:pPr>
            <a:r>
              <a:rPr lang="en-US" sz="2400" dirty="0"/>
              <a:t>This lack of organized data management makes it difficult for authorities and institutions to monitor tree growth, survival rate, and maintenance activities effectively. It also reduces public awareness about the importance of trees and environmental protection.</a:t>
            </a:r>
          </a:p>
          <a:p>
            <a:pPr marL="50800" indent="0">
              <a:buNone/>
            </a:pPr>
            <a:r>
              <a:rPr lang="en-US" sz="2400" dirty="0"/>
              <a:t>Therefore, a smart digital solution is required to:</a:t>
            </a:r>
          </a:p>
          <a:p>
            <a:pPr>
              <a:buFont typeface="Wingdings" panose="05000000000000000000" pitchFamily="2" charset="2"/>
              <a:buChar char="v"/>
            </a:pPr>
            <a:r>
              <a:rPr lang="en-US" sz="2400" dirty="0"/>
              <a:t>Store tree information securely</a:t>
            </a:r>
          </a:p>
          <a:p>
            <a:pPr>
              <a:buFont typeface="Wingdings" panose="05000000000000000000" pitchFamily="2" charset="2"/>
              <a:buChar char="v"/>
            </a:pPr>
            <a:r>
              <a:rPr lang="en-US" sz="2400" dirty="0"/>
              <a:t>Track plantation activities</a:t>
            </a:r>
          </a:p>
          <a:p>
            <a:pPr>
              <a:buFont typeface="Wingdings" panose="05000000000000000000" pitchFamily="2" charset="2"/>
              <a:buChar char="v"/>
            </a:pPr>
            <a:r>
              <a:rPr lang="en-US" sz="2400" dirty="0"/>
              <a:t>Provide easy public access to tree details</a:t>
            </a:r>
          </a:p>
          <a:p>
            <a:pPr>
              <a:buFont typeface="Wingdings" panose="05000000000000000000" pitchFamily="2" charset="2"/>
              <a:buChar char="v"/>
            </a:pPr>
            <a:r>
              <a:rPr lang="en-US" sz="2400" dirty="0"/>
              <a:t>Support environmental conservation efforts</a:t>
            </a:r>
          </a:p>
          <a:p>
            <a:pPr marL="50800" indent="0">
              <a:buNone/>
            </a:pPr>
            <a:r>
              <a:rPr lang="en-US" sz="2400" dirty="0"/>
              <a:t>Such a system will improve transparency, accountability, and efficiency in managing plantation programs while promoting sustainable environmental practices.</a:t>
            </a:r>
          </a:p>
          <a:p>
            <a:pPr marL="0" lvl="0" indent="0" algn="just" rtl="0">
              <a:lnSpc>
                <a:spcPct val="90000"/>
              </a:lnSpc>
              <a:spcBef>
                <a:spcPts val="0"/>
              </a:spcBef>
              <a:spcAft>
                <a:spcPts val="0"/>
              </a:spcAft>
              <a:buClr>
                <a:schemeClr val="dk1"/>
              </a:buClr>
              <a:buSzPts val="2400"/>
              <a:buNone/>
            </a:pPr>
            <a:endParaRPr lang="en-US" sz="2400" dirty="0"/>
          </a:p>
        </p:txBody>
      </p:sp>
      <p:sp>
        <p:nvSpPr>
          <p:cNvPr id="2" name="Text Box 1"/>
          <p:cNvSpPr txBox="1"/>
          <p:nvPr/>
        </p:nvSpPr>
        <p:spPr>
          <a:xfrm>
            <a:off x="5078095" y="114935"/>
            <a:ext cx="4064000" cy="30670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kumimoji="0" lang="en-US"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6"/>
          <p:cNvSpPr txBox="1">
            <a:spLocks noGrp="1"/>
          </p:cNvSpPr>
          <p:nvPr>
            <p:ph type="title"/>
          </p:nvPr>
        </p:nvSpPr>
        <p:spPr>
          <a:xfrm>
            <a:off x="-2" y="232759"/>
            <a:ext cx="12192000" cy="714892"/>
          </a:xfrm>
          <a:prstGeom prst="rect">
            <a:avLst/>
          </a:prstGeom>
          <a:solidFill>
            <a:srgbClr val="FF6600"/>
          </a:solidFill>
          <a:ln>
            <a:noFill/>
          </a:ln>
          <a:effectLst>
            <a:outerShdw blurRad="44450" dist="27940" dir="5400000" algn="ctr">
              <a:srgbClr val="000000">
                <a:alpha val="31764"/>
              </a:srgbClr>
            </a:outerShdw>
          </a:effectLst>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4400"/>
              <a:buFont typeface="Times New Roman" panose="02020603050405020304"/>
              <a:buNone/>
            </a:pPr>
            <a:r>
              <a:rPr lang="en-US" dirty="0">
                <a:sym typeface="+mn-ea"/>
              </a:rPr>
              <a:t>Objectives</a:t>
            </a:r>
            <a:endParaRPr lang="en-US" dirty="0"/>
          </a:p>
        </p:txBody>
      </p:sp>
      <p:sp>
        <p:nvSpPr>
          <p:cNvPr id="50" name="Google Shape;50;p6"/>
          <p:cNvSpPr txBox="1">
            <a:spLocks noGrp="1"/>
          </p:cNvSpPr>
          <p:nvPr>
            <p:ph type="body" idx="1"/>
          </p:nvPr>
        </p:nvSpPr>
        <p:spPr>
          <a:xfrm>
            <a:off x="199505" y="1097279"/>
            <a:ext cx="11779135" cy="5394960"/>
          </a:xfrm>
          <a:prstGeom prst="rect">
            <a:avLst/>
          </a:prstGeom>
          <a:noFill/>
          <a:ln>
            <a:noFill/>
          </a:ln>
        </p:spPr>
        <p:txBody>
          <a:bodyPr spcFirstLastPara="1" wrap="square" lIns="91425" tIns="45700" rIns="91425" bIns="45700" anchor="t" anchorCtr="0">
            <a:normAutofit fontScale="92500" lnSpcReduction="20000"/>
          </a:bodyPr>
          <a:lstStyle/>
          <a:p>
            <a:pPr lvl="0" indent="-457200">
              <a:buFont typeface="Wingdings" panose="05000000000000000000" pitchFamily="2" charset="2"/>
              <a:buChar char="ü"/>
            </a:pPr>
            <a:r>
              <a:rPr lang="en-US" sz="2600" dirty="0"/>
              <a:t>To develop a user-friendly mobile application that enables efficient digital management and monitoring of tree information.</a:t>
            </a:r>
          </a:p>
          <a:p>
            <a:pPr lvl="0" indent="-457200">
              <a:buFont typeface="Wingdings" panose="05000000000000000000" pitchFamily="2" charset="2"/>
              <a:buChar char="ü"/>
            </a:pPr>
            <a:endParaRPr lang="en-US" sz="2600" dirty="0"/>
          </a:p>
          <a:p>
            <a:pPr lvl="0" indent="-457200">
              <a:buFont typeface="Wingdings" panose="05000000000000000000" pitchFamily="2" charset="2"/>
              <a:buChar char="ü"/>
            </a:pPr>
            <a:r>
              <a:rPr lang="en-US" sz="2600" dirty="0"/>
              <a:t>To generate and assign unique QR codes to each tree so that every tree can be individually identified, tracked, and linked to its specific data within the system.</a:t>
            </a:r>
          </a:p>
          <a:p>
            <a:pPr lvl="0" indent="-457200">
              <a:buFont typeface="Wingdings" panose="05000000000000000000" pitchFamily="2" charset="2"/>
              <a:buChar char="ü"/>
            </a:pPr>
            <a:endParaRPr lang="en-US" sz="2600" dirty="0"/>
          </a:p>
          <a:p>
            <a:pPr lvl="0" indent="-457200">
              <a:buFont typeface="Wingdings" panose="05000000000000000000" pitchFamily="2" charset="2"/>
              <a:buChar char="ü"/>
            </a:pPr>
            <a:r>
              <a:rPr lang="en-US" sz="2600" dirty="0"/>
              <a:t>To enable users to scan the QR codes using the mobile application and instantly access comprehensive details about the tree, including species, age, plantation date, and environmental importance.</a:t>
            </a:r>
          </a:p>
          <a:p>
            <a:pPr lvl="0" indent="-457200">
              <a:buFont typeface="Wingdings" panose="05000000000000000000" pitchFamily="2" charset="2"/>
              <a:buChar char="ü"/>
            </a:pPr>
            <a:endParaRPr lang="en-US" sz="2600" dirty="0"/>
          </a:p>
          <a:p>
            <a:pPr lvl="0" indent="-457200">
              <a:buFont typeface="Wingdings" panose="05000000000000000000" pitchFamily="2" charset="2"/>
              <a:buChar char="ü"/>
            </a:pPr>
            <a:r>
              <a:rPr lang="en-US" sz="2600" dirty="0"/>
              <a:t>To create and maintain a secure and well-structured digital database that stores tree information, plantation records, and maintenance details for long-term monitoring.</a:t>
            </a:r>
          </a:p>
          <a:p>
            <a:pPr marL="0" lvl="0" indent="0">
              <a:buNone/>
            </a:pPr>
            <a:r>
              <a:rPr lang="en-US" sz="2600" dirty="0"/>
              <a:t> </a:t>
            </a:r>
          </a:p>
          <a:p>
            <a:pPr lvl="0" indent="-457200">
              <a:buFont typeface="Wingdings" panose="05000000000000000000" pitchFamily="2" charset="2"/>
              <a:buChar char="ü"/>
            </a:pPr>
            <a:r>
              <a:rPr lang="en-US" sz="2600" dirty="0"/>
              <a:t>To support effective plantation monitoring, improve transparency in environmental programs, and promote environmental awareness among students, institutions, and the general public</a:t>
            </a:r>
            <a:r>
              <a:rPr lang="en-US" sz="2400" dirty="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Methodology</a:t>
            </a:r>
          </a:p>
        </p:txBody>
      </p:sp>
      <p:sp>
        <p:nvSpPr>
          <p:cNvPr id="3" name="Text Placeholder 2"/>
          <p:cNvSpPr>
            <a:spLocks noGrp="1"/>
          </p:cNvSpPr>
          <p:nvPr>
            <p:ph type="body" idx="1"/>
          </p:nvPr>
        </p:nvSpPr>
        <p:spPr>
          <a:xfrm>
            <a:off x="0" y="947651"/>
            <a:ext cx="12191997" cy="5677590"/>
          </a:xfrm>
        </p:spPr>
        <p:txBody>
          <a:bodyPr>
            <a:normAutofit fontScale="92500"/>
          </a:bodyPr>
          <a:lstStyle/>
          <a:p>
            <a:pPr>
              <a:buFont typeface="Arial" panose="020B0604020202020204" pitchFamily="34" charset="0"/>
              <a:buChar char="•"/>
            </a:pPr>
            <a:r>
              <a:rPr lang="en-US" sz="2000" b="1" dirty="0"/>
              <a:t>Collect tree data</a:t>
            </a:r>
          </a:p>
          <a:p>
            <a:pPr marL="50800" indent="0">
              <a:buNone/>
            </a:pPr>
            <a:r>
              <a:rPr lang="en-US" sz="2000" dirty="0"/>
              <a:t>Gather detailed information such as species name, location, plantation date, and environmental importance through field surveys and records.</a:t>
            </a:r>
          </a:p>
          <a:p>
            <a:pPr>
              <a:buFont typeface="Arial" panose="020B0604020202020204" pitchFamily="34" charset="0"/>
              <a:buChar char="•"/>
            </a:pPr>
            <a:r>
              <a:rPr lang="en-US" sz="2000" b="1" dirty="0"/>
              <a:t>Store data in the database </a:t>
            </a:r>
          </a:p>
          <a:p>
            <a:pPr marL="50800" indent="0">
              <a:buNone/>
            </a:pPr>
            <a:r>
              <a:rPr lang="en-US" sz="2000" dirty="0"/>
              <a:t>Organize and store the collected information in a secure digital database for reliable management, easy updates, and quick retrieval.</a:t>
            </a:r>
          </a:p>
          <a:p>
            <a:pPr>
              <a:buFont typeface="Arial" panose="020B0604020202020204" pitchFamily="34" charset="0"/>
              <a:buChar char="•"/>
            </a:pPr>
            <a:r>
              <a:rPr lang="en-US" sz="2000" b="1" dirty="0"/>
              <a:t>Generate unique QR code </a:t>
            </a:r>
          </a:p>
          <a:p>
            <a:pPr marL="50800" indent="0">
              <a:buNone/>
            </a:pPr>
            <a:r>
              <a:rPr lang="en-US" sz="2000" dirty="0"/>
              <a:t>Create a unique QR code for each tree that links the physical tree to its digital profile, ensuring individual identification without duplication.</a:t>
            </a:r>
          </a:p>
          <a:p>
            <a:pPr>
              <a:buFont typeface="Arial" panose="020B0604020202020204" pitchFamily="34" charset="0"/>
              <a:buChar char="•"/>
            </a:pPr>
            <a:r>
              <a:rPr lang="en-US" sz="2000" b="1" dirty="0"/>
              <a:t>Attach QR codes to trees </a:t>
            </a:r>
          </a:p>
          <a:p>
            <a:pPr marL="50800" indent="0">
              <a:buNone/>
            </a:pPr>
            <a:r>
              <a:rPr lang="en-US" sz="2000" dirty="0"/>
              <a:t>Print and laminate QR codes for durability and securely fix them to trees for easy scanning in real-world conditions.</a:t>
            </a:r>
          </a:p>
          <a:p>
            <a:pPr>
              <a:buFont typeface="Arial" panose="020B0604020202020204" pitchFamily="34" charset="0"/>
              <a:buChar char="•"/>
            </a:pPr>
            <a:r>
              <a:rPr lang="en-US" sz="2000" b="1" dirty="0"/>
              <a:t>Develop mobile app for scanning </a:t>
            </a:r>
          </a:p>
          <a:p>
            <a:pPr marL="50800" indent="0">
              <a:buNone/>
            </a:pPr>
            <a:r>
              <a:rPr lang="en-US" sz="2000" dirty="0"/>
              <a:t>Build a user-friendly mobile application with a camera-based QR scanner for smooth navigation and efficient scanning.</a:t>
            </a:r>
          </a:p>
          <a:p>
            <a:pPr>
              <a:buFont typeface="Arial" panose="020B0604020202020204" pitchFamily="34" charset="0"/>
              <a:buChar char="•"/>
            </a:pPr>
            <a:r>
              <a:rPr lang="en-US" sz="2000" b="1" dirty="0"/>
              <a:t>Display tree information </a:t>
            </a:r>
          </a:p>
          <a:p>
            <a:pPr marL="50800" indent="0">
              <a:buNone/>
            </a:pPr>
            <a:r>
              <a:rPr lang="en-US" sz="2000" dirty="0"/>
              <a:t>Retrieve tree data instantly from the database after scanning and display it clearly on the screen for easy understanding.</a:t>
            </a:r>
          </a:p>
          <a:p>
            <a:pPr marL="50800" indent="0">
              <a:buNone/>
            </a:pPr>
            <a:endParaRPr lang="en-US" sz="2000" dirty="0"/>
          </a:p>
          <a:p>
            <a:pPr marL="50800" indent="0">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7E245-8180-2AE5-FF96-AF246BE4E1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29EC8D-BBFD-3B24-322D-B77429173ED2}"/>
              </a:ext>
            </a:extLst>
          </p:cNvPr>
          <p:cNvSpPr>
            <a:spLocks noGrp="1"/>
          </p:cNvSpPr>
          <p:nvPr>
            <p:ph type="title"/>
          </p:nvPr>
        </p:nvSpPr>
        <p:spPr/>
        <p:txBody>
          <a:bodyPr/>
          <a:lstStyle/>
          <a:p>
            <a:r>
              <a:rPr lang="en-US" dirty="0"/>
              <a:t>Implementation Details</a:t>
            </a:r>
          </a:p>
        </p:txBody>
      </p:sp>
      <p:sp>
        <p:nvSpPr>
          <p:cNvPr id="3" name="Text Placeholder 2">
            <a:extLst>
              <a:ext uri="{FF2B5EF4-FFF2-40B4-BE49-F238E27FC236}">
                <a16:creationId xmlns:a16="http://schemas.microsoft.com/office/drawing/2014/main" id="{F508CC85-F17B-156C-769A-38BB11B9EE21}"/>
              </a:ext>
            </a:extLst>
          </p:cNvPr>
          <p:cNvSpPr>
            <a:spLocks noGrp="1"/>
          </p:cNvSpPr>
          <p:nvPr>
            <p:ph type="body" idx="1"/>
          </p:nvPr>
        </p:nvSpPr>
        <p:spPr>
          <a:xfrm>
            <a:off x="0" y="947651"/>
            <a:ext cx="12191997" cy="5677590"/>
          </a:xfrm>
        </p:spPr>
        <p:txBody>
          <a:bodyPr>
            <a:normAutofit lnSpcReduction="10000"/>
          </a:bodyPr>
          <a:lstStyle/>
          <a:p>
            <a:pPr marL="50800" indent="0">
              <a:buNone/>
            </a:pPr>
            <a:r>
              <a:rPr lang="en-IN" sz="2000" b="1" dirty="0"/>
              <a:t>User Authentication</a:t>
            </a:r>
          </a:p>
          <a:p>
            <a:pPr marL="50800" indent="0">
              <a:buNone/>
            </a:pPr>
            <a:r>
              <a:rPr lang="en-US" sz="2000" dirty="0"/>
              <a:t>The application provides a secure authentication system to ensure that only registered users can access the </a:t>
            </a:r>
            <a:r>
              <a:rPr lang="en-US" sz="2000" dirty="0" err="1"/>
              <a:t>the</a:t>
            </a:r>
            <a:r>
              <a:rPr lang="en-US" sz="2000" dirty="0"/>
              <a:t> features, protecting user data and maintaining system security.</a:t>
            </a:r>
          </a:p>
          <a:p>
            <a:pPr>
              <a:buFont typeface="Arial" panose="020B0604020202020204" pitchFamily="34" charset="0"/>
              <a:buChar char="•"/>
            </a:pPr>
            <a:r>
              <a:rPr lang="en-IN" sz="2000" dirty="0"/>
              <a:t>User Registration (Sign Up), User Login, Secure authentication system</a:t>
            </a:r>
          </a:p>
          <a:p>
            <a:pPr marL="50800" indent="0">
              <a:buNone/>
            </a:pPr>
            <a:r>
              <a:rPr lang="en-US" sz="2000" b="1" dirty="0"/>
              <a:t>Registration Module</a:t>
            </a:r>
          </a:p>
          <a:p>
            <a:pPr marL="50800" indent="0">
              <a:buNone/>
            </a:pPr>
            <a:r>
              <a:rPr lang="en-US" sz="2000" dirty="0"/>
              <a:t>New users can create an account by entering their personal details. This module collects the necessary information for identification and future login.</a:t>
            </a:r>
          </a:p>
          <a:p>
            <a:pPr>
              <a:buFont typeface="Arial" panose="020B0604020202020204" pitchFamily="34" charset="0"/>
              <a:buChar char="•"/>
            </a:pPr>
            <a:r>
              <a:rPr lang="en-US" sz="2000" dirty="0"/>
              <a:t>Name, phone number, email, password</a:t>
            </a:r>
          </a:p>
          <a:p>
            <a:pPr marL="50800" indent="0">
              <a:buNone/>
            </a:pPr>
            <a:r>
              <a:rPr lang="en-US" sz="2000" b="1" dirty="0"/>
              <a:t>Login module</a:t>
            </a:r>
          </a:p>
          <a:p>
            <a:pPr marL="50800" indent="0">
              <a:buNone/>
            </a:pPr>
            <a:r>
              <a:rPr lang="en-US" sz="2000" dirty="0"/>
              <a:t>Registered users can log in using their credentials to securely access the system and its features.</a:t>
            </a:r>
          </a:p>
          <a:p>
            <a:pPr>
              <a:buFont typeface="Arial" panose="020B0604020202020204" pitchFamily="34" charset="0"/>
              <a:buChar char="•"/>
            </a:pPr>
            <a:r>
              <a:rPr lang="en-US" sz="2000" dirty="0"/>
              <a:t>Email, password</a:t>
            </a:r>
          </a:p>
          <a:p>
            <a:pPr marL="50800" indent="0">
              <a:buNone/>
            </a:pPr>
            <a:r>
              <a:rPr lang="en-US" sz="2000" b="1" dirty="0"/>
              <a:t>Tree information module</a:t>
            </a:r>
          </a:p>
          <a:p>
            <a:pPr marL="50800" indent="0">
              <a:buNone/>
            </a:pPr>
            <a:r>
              <a:rPr lang="en-US" sz="2000" dirty="0"/>
              <a:t>After logging in, users can scan the QR code attached to trees to view detailed information such as species, plantation date, and environmental benefits.</a:t>
            </a:r>
          </a:p>
          <a:p>
            <a:pPr>
              <a:buFont typeface="Arial" panose="020B0604020202020204" pitchFamily="34" charset="0"/>
              <a:buChar char="•"/>
            </a:pPr>
            <a:r>
              <a:rPr lang="en-US" sz="2000" dirty="0"/>
              <a:t>Scan QR code attached to trees, </a:t>
            </a:r>
            <a:r>
              <a:rPr lang="en-IN" sz="2000" dirty="0"/>
              <a:t>View tree details, Access environmental information</a:t>
            </a:r>
            <a:endParaRPr lang="en-US" sz="2000" dirty="0"/>
          </a:p>
        </p:txBody>
      </p:sp>
    </p:spTree>
    <p:extLst>
      <p:ext uri="{BB962C8B-B14F-4D97-AF65-F5344CB8AC3E}">
        <p14:creationId xmlns:p14="http://schemas.microsoft.com/office/powerpoint/2010/main" val="2217459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B129D-1239-2F74-6F0F-853076972FCE}"/>
              </a:ext>
            </a:extLst>
          </p:cNvPr>
          <p:cNvSpPr>
            <a:spLocks noGrp="1"/>
          </p:cNvSpPr>
          <p:nvPr>
            <p:ph type="title"/>
          </p:nvPr>
        </p:nvSpPr>
        <p:spPr/>
        <p:txBody>
          <a:bodyPr/>
          <a:lstStyle/>
          <a:p>
            <a:r>
              <a:rPr lang="en-US" dirty="0"/>
              <a:t>Implementation Details</a:t>
            </a:r>
            <a:endParaRPr lang="en-IN" dirty="0"/>
          </a:p>
        </p:txBody>
      </p:sp>
      <p:sp>
        <p:nvSpPr>
          <p:cNvPr id="3" name="Text Placeholder 2">
            <a:extLst>
              <a:ext uri="{FF2B5EF4-FFF2-40B4-BE49-F238E27FC236}">
                <a16:creationId xmlns:a16="http://schemas.microsoft.com/office/drawing/2014/main" id="{E5E7DC0B-A771-4AAD-D4A1-12D3776FE87A}"/>
              </a:ext>
            </a:extLst>
          </p:cNvPr>
          <p:cNvSpPr>
            <a:spLocks noGrp="1"/>
          </p:cNvSpPr>
          <p:nvPr>
            <p:ph type="body" idx="1"/>
          </p:nvPr>
        </p:nvSpPr>
        <p:spPr>
          <a:xfrm>
            <a:off x="0" y="947651"/>
            <a:ext cx="12191997" cy="5677590"/>
          </a:xfrm>
        </p:spPr>
        <p:txBody>
          <a:bodyPr>
            <a:normAutofit lnSpcReduction="10000"/>
          </a:bodyPr>
          <a:lstStyle/>
          <a:p>
            <a:pPr marL="50800" indent="0">
              <a:buNone/>
            </a:pPr>
            <a:r>
              <a:rPr lang="en-IN" sz="2000" b="1" dirty="0"/>
              <a:t>QR Code Scanning:</a:t>
            </a:r>
          </a:p>
          <a:p>
            <a:pPr marL="50800" indent="0">
              <a:buNone/>
            </a:pPr>
            <a:r>
              <a:rPr lang="en-US" sz="2000" dirty="0"/>
              <a:t>The application uses the mobile camera to scan QR codes. Once scanned, the system instantly retrieves the stored tree data from the database.</a:t>
            </a:r>
          </a:p>
          <a:p>
            <a:pPr>
              <a:buFont typeface="Arial" panose="020B0604020202020204" pitchFamily="34" charset="0"/>
              <a:buChar char="•"/>
            </a:pPr>
            <a:r>
              <a:rPr lang="en-IN" sz="2000" dirty="0"/>
              <a:t>Camera permission enabled, QR scanner integrated</a:t>
            </a:r>
          </a:p>
          <a:p>
            <a:pPr>
              <a:buFont typeface="Arial" panose="020B0604020202020204" pitchFamily="34" charset="0"/>
              <a:buChar char="•"/>
            </a:pPr>
            <a:r>
              <a:rPr lang="en-IN" sz="2000" dirty="0"/>
              <a:t>Instantly retrieves tree data</a:t>
            </a:r>
          </a:p>
          <a:p>
            <a:pPr marL="50800" indent="0">
              <a:buNone/>
            </a:pPr>
            <a:r>
              <a:rPr lang="en-IN" sz="2000" b="1" dirty="0"/>
              <a:t>Database Management:</a:t>
            </a:r>
          </a:p>
          <a:p>
            <a:pPr marL="50800" indent="0">
              <a:buNone/>
            </a:pPr>
            <a:r>
              <a:rPr lang="en-US" sz="2000" dirty="0"/>
              <a:t>All tree and user details are stored securely in a digital database, ensuring safe storage and quick access whenever required.</a:t>
            </a:r>
          </a:p>
          <a:p>
            <a:pPr>
              <a:buFont typeface="Arial" panose="020B0604020202020204" pitchFamily="34" charset="0"/>
              <a:buChar char="•"/>
            </a:pPr>
            <a:r>
              <a:rPr lang="en-IN" sz="2000" dirty="0"/>
              <a:t>Tree details stored digitally, User data securely maintained</a:t>
            </a:r>
          </a:p>
          <a:p>
            <a:pPr>
              <a:buFont typeface="Arial" panose="020B0604020202020204" pitchFamily="34" charset="0"/>
              <a:buChar char="•"/>
            </a:pPr>
            <a:r>
              <a:rPr lang="en-IN" sz="2000" dirty="0"/>
              <a:t>Real-time information retrieval</a:t>
            </a:r>
          </a:p>
          <a:p>
            <a:pPr marL="50800" indent="0">
              <a:buNone/>
            </a:pPr>
            <a:r>
              <a:rPr lang="en-IN" sz="2000" b="1" dirty="0"/>
              <a:t>Working Model Demonstration:</a:t>
            </a:r>
          </a:p>
          <a:p>
            <a:pPr marL="50800" indent="0">
              <a:buNone/>
            </a:pPr>
            <a:r>
              <a:rPr lang="en-US" sz="2000" dirty="0"/>
              <a:t>The working model demonstrates the complete functioning of the system, from user registration to scanning QR codes and displaying tree information, showing how digital technology supports environmental monitoring.</a:t>
            </a:r>
          </a:p>
          <a:p>
            <a:pPr>
              <a:buFont typeface="Arial" panose="020B0604020202020204" pitchFamily="34" charset="0"/>
              <a:buChar char="•"/>
            </a:pPr>
            <a:r>
              <a:rPr lang="en-IN" sz="2000" dirty="0"/>
              <a:t>User registration, User login</a:t>
            </a:r>
          </a:p>
          <a:p>
            <a:pPr>
              <a:buFont typeface="Arial" panose="020B0604020202020204" pitchFamily="34" charset="0"/>
              <a:buChar char="•"/>
            </a:pPr>
            <a:r>
              <a:rPr lang="en-IN" sz="2000" dirty="0"/>
              <a:t>QR code scanning, Display of tree information</a:t>
            </a:r>
          </a:p>
          <a:p>
            <a:pPr>
              <a:buFont typeface="Arial" panose="020B0604020202020204" pitchFamily="34" charset="0"/>
              <a:buChar char="•"/>
            </a:pPr>
            <a:r>
              <a:rPr lang="en-US" sz="2000" dirty="0"/>
              <a:t>Technologies: Kotlin, </a:t>
            </a:r>
            <a:r>
              <a:rPr lang="en-US" sz="2000" dirty="0" err="1"/>
              <a:t>Zxing</a:t>
            </a:r>
            <a:r>
              <a:rPr lang="en-US" sz="2000" dirty="0"/>
              <a:t>(library).</a:t>
            </a:r>
          </a:p>
          <a:p>
            <a:pPr marL="50800" indent="0">
              <a:buNone/>
            </a:pPr>
            <a:endParaRPr lang="en-IN" sz="1800" dirty="0"/>
          </a:p>
        </p:txBody>
      </p:sp>
    </p:spTree>
    <p:extLst>
      <p:ext uri="{BB962C8B-B14F-4D97-AF65-F5344CB8AC3E}">
        <p14:creationId xmlns:p14="http://schemas.microsoft.com/office/powerpoint/2010/main" val="1632601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Expected Outcomes/Results</a:t>
            </a:r>
            <a:endParaRPr lang="en-US" dirty="0"/>
          </a:p>
        </p:txBody>
      </p:sp>
      <p:sp>
        <p:nvSpPr>
          <p:cNvPr id="3" name="Text Placeholder 2"/>
          <p:cNvSpPr>
            <a:spLocks noGrp="1"/>
          </p:cNvSpPr>
          <p:nvPr>
            <p:ph type="body" idx="1"/>
          </p:nvPr>
        </p:nvSpPr>
        <p:spPr>
          <a:xfrm>
            <a:off x="0" y="947651"/>
            <a:ext cx="12191997" cy="5677590"/>
          </a:xfrm>
        </p:spPr>
        <p:txBody>
          <a:bodyPr/>
          <a:lstStyle/>
          <a:p>
            <a:pPr marL="50800" indent="0" algn="ctr">
              <a:buNone/>
            </a:pPr>
            <a:endParaRPr lang="en-US" dirty="0"/>
          </a:p>
        </p:txBody>
      </p:sp>
      <p:pic>
        <p:nvPicPr>
          <p:cNvPr id="14" name="Picture 13">
            <a:extLst>
              <a:ext uri="{FF2B5EF4-FFF2-40B4-BE49-F238E27FC236}">
                <a16:creationId xmlns:a16="http://schemas.microsoft.com/office/drawing/2014/main" id="{2B28ABC4-3C74-2B69-9C3A-7D697179B3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062" y="993058"/>
            <a:ext cx="3008267" cy="5080320"/>
          </a:xfrm>
          <a:prstGeom prst="rect">
            <a:avLst/>
          </a:prstGeom>
        </p:spPr>
      </p:pic>
      <p:pic>
        <p:nvPicPr>
          <p:cNvPr id="16" name="Picture 15">
            <a:extLst>
              <a:ext uri="{FF2B5EF4-FFF2-40B4-BE49-F238E27FC236}">
                <a16:creationId xmlns:a16="http://schemas.microsoft.com/office/drawing/2014/main" id="{492446D5-392F-E2C2-B242-CD46B94AF2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85650" y="993058"/>
            <a:ext cx="2782529" cy="5080320"/>
          </a:xfrm>
          <a:prstGeom prst="rect">
            <a:avLst/>
          </a:prstGeom>
        </p:spPr>
      </p:pic>
      <p:pic>
        <p:nvPicPr>
          <p:cNvPr id="18" name="Picture 17">
            <a:extLst>
              <a:ext uri="{FF2B5EF4-FFF2-40B4-BE49-F238E27FC236}">
                <a16:creationId xmlns:a16="http://schemas.microsoft.com/office/drawing/2014/main" id="{5533C729-0508-B790-8E2C-FCF5E761181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23823" y="1038465"/>
            <a:ext cx="2782529" cy="5080320"/>
          </a:xfrm>
          <a:prstGeom prst="rect">
            <a:avLst/>
          </a:prstGeom>
        </p:spPr>
      </p:pic>
      <p:pic>
        <p:nvPicPr>
          <p:cNvPr id="20" name="Picture 19">
            <a:extLst>
              <a:ext uri="{FF2B5EF4-FFF2-40B4-BE49-F238E27FC236}">
                <a16:creationId xmlns:a16="http://schemas.microsoft.com/office/drawing/2014/main" id="{839C239F-BC87-CE35-C6F2-9ADA4413BF9E}"/>
              </a:ext>
            </a:extLst>
          </p:cNvPr>
          <p:cNvPicPr>
            <a:picLocks noChangeAspect="1"/>
          </p:cNvPicPr>
          <p:nvPr/>
        </p:nvPicPr>
        <p:blipFill>
          <a:blip r:embed="rId5"/>
          <a:stretch>
            <a:fillRect/>
          </a:stretch>
        </p:blipFill>
        <p:spPr>
          <a:xfrm>
            <a:off x="309795" y="6051255"/>
            <a:ext cx="2420322" cy="493819"/>
          </a:xfrm>
          <a:prstGeom prst="rect">
            <a:avLst/>
          </a:prstGeom>
        </p:spPr>
      </p:pic>
      <p:pic>
        <p:nvPicPr>
          <p:cNvPr id="28" name="Picture 27">
            <a:extLst>
              <a:ext uri="{FF2B5EF4-FFF2-40B4-BE49-F238E27FC236}">
                <a16:creationId xmlns:a16="http://schemas.microsoft.com/office/drawing/2014/main" id="{FD2E35F9-8D26-7964-E57C-40F0A41398F3}"/>
              </a:ext>
            </a:extLst>
          </p:cNvPr>
          <p:cNvPicPr>
            <a:picLocks noChangeAspect="1"/>
          </p:cNvPicPr>
          <p:nvPr/>
        </p:nvPicPr>
        <p:blipFill>
          <a:blip r:embed="rId6"/>
          <a:stretch>
            <a:fillRect/>
          </a:stretch>
        </p:blipFill>
        <p:spPr>
          <a:xfrm>
            <a:off x="4153448" y="6118785"/>
            <a:ext cx="1054699" cy="493819"/>
          </a:xfrm>
          <a:prstGeom prst="rect">
            <a:avLst/>
          </a:prstGeom>
        </p:spPr>
      </p:pic>
      <p:pic>
        <p:nvPicPr>
          <p:cNvPr id="30" name="Picture 29">
            <a:extLst>
              <a:ext uri="{FF2B5EF4-FFF2-40B4-BE49-F238E27FC236}">
                <a16:creationId xmlns:a16="http://schemas.microsoft.com/office/drawing/2014/main" id="{2DCC6027-6794-13B2-E9AE-4C69348CE6D3}"/>
              </a:ext>
            </a:extLst>
          </p:cNvPr>
          <p:cNvPicPr>
            <a:picLocks noChangeAspect="1"/>
          </p:cNvPicPr>
          <p:nvPr/>
        </p:nvPicPr>
        <p:blipFill>
          <a:blip r:embed="rId7"/>
          <a:stretch>
            <a:fillRect/>
          </a:stretch>
        </p:blipFill>
        <p:spPr>
          <a:xfrm>
            <a:off x="7280357" y="6131422"/>
            <a:ext cx="816935" cy="493819"/>
          </a:xfrm>
          <a:prstGeom prst="rect">
            <a:avLst/>
          </a:prstGeom>
        </p:spPr>
      </p:pic>
      <p:pic>
        <p:nvPicPr>
          <p:cNvPr id="5" name="Picture 4">
            <a:extLst>
              <a:ext uri="{FF2B5EF4-FFF2-40B4-BE49-F238E27FC236}">
                <a16:creationId xmlns:a16="http://schemas.microsoft.com/office/drawing/2014/main" id="{664CD7AD-E023-8618-9949-49655313905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261996" y="993058"/>
            <a:ext cx="2536723" cy="4917291"/>
          </a:xfrm>
          <a:prstGeom prst="rect">
            <a:avLst/>
          </a:prstGeom>
        </p:spPr>
      </p:pic>
      <p:pic>
        <p:nvPicPr>
          <p:cNvPr id="7" name="Picture 6">
            <a:extLst>
              <a:ext uri="{FF2B5EF4-FFF2-40B4-BE49-F238E27FC236}">
                <a16:creationId xmlns:a16="http://schemas.microsoft.com/office/drawing/2014/main" id="{E8726882-EDD9-8ED4-6449-48EEA0B64700}"/>
              </a:ext>
            </a:extLst>
          </p:cNvPr>
          <p:cNvPicPr>
            <a:picLocks noChangeAspect="1"/>
          </p:cNvPicPr>
          <p:nvPr/>
        </p:nvPicPr>
        <p:blipFill>
          <a:blip r:embed="rId9"/>
          <a:stretch>
            <a:fillRect/>
          </a:stretch>
        </p:blipFill>
        <p:spPr>
          <a:xfrm>
            <a:off x="9397858" y="6051254"/>
            <a:ext cx="2481287" cy="49381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61F0A-2D37-6EC7-482C-0F1291B773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2D117E-0F47-F33F-235D-9CA682B8C868}"/>
              </a:ext>
            </a:extLst>
          </p:cNvPr>
          <p:cNvSpPr>
            <a:spLocks noGrp="1"/>
          </p:cNvSpPr>
          <p:nvPr>
            <p:ph type="title"/>
          </p:nvPr>
        </p:nvSpPr>
        <p:spPr/>
        <p:txBody>
          <a:bodyPr/>
          <a:lstStyle/>
          <a:p>
            <a:r>
              <a:rPr lang="en-US" dirty="0">
                <a:sym typeface="+mn-ea"/>
              </a:rPr>
              <a:t>Expected Outcomes/Results</a:t>
            </a:r>
            <a:endParaRPr lang="en-US" dirty="0"/>
          </a:p>
        </p:txBody>
      </p:sp>
      <p:sp>
        <p:nvSpPr>
          <p:cNvPr id="3" name="Text Placeholder 2">
            <a:extLst>
              <a:ext uri="{FF2B5EF4-FFF2-40B4-BE49-F238E27FC236}">
                <a16:creationId xmlns:a16="http://schemas.microsoft.com/office/drawing/2014/main" id="{B5CF9FEF-6E38-3503-F82B-98DA186A70AF}"/>
              </a:ext>
            </a:extLst>
          </p:cNvPr>
          <p:cNvSpPr>
            <a:spLocks noGrp="1"/>
          </p:cNvSpPr>
          <p:nvPr>
            <p:ph type="body" idx="1"/>
          </p:nvPr>
        </p:nvSpPr>
        <p:spPr>
          <a:xfrm>
            <a:off x="0" y="947651"/>
            <a:ext cx="12191997" cy="5677590"/>
          </a:xfrm>
        </p:spPr>
        <p:txBody>
          <a:bodyPr/>
          <a:lstStyle/>
          <a:p>
            <a:pPr marL="50800" indent="0" algn="ctr">
              <a:buNone/>
            </a:pPr>
            <a:r>
              <a:rPr lang="en-US" dirty="0"/>
              <a:t>After admin and User login</a:t>
            </a:r>
          </a:p>
          <a:p>
            <a:pPr marL="50800" indent="0" algn="ctr">
              <a:buNone/>
            </a:pPr>
            <a:endParaRPr lang="en-US" dirty="0"/>
          </a:p>
        </p:txBody>
      </p:sp>
      <p:pic>
        <p:nvPicPr>
          <p:cNvPr id="9" name="Picture 8">
            <a:extLst>
              <a:ext uri="{FF2B5EF4-FFF2-40B4-BE49-F238E27FC236}">
                <a16:creationId xmlns:a16="http://schemas.microsoft.com/office/drawing/2014/main" id="{FA88E16B-8CDB-D407-4EDE-2C19A61C08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438" y="1394303"/>
            <a:ext cx="2511424" cy="4516045"/>
          </a:xfrm>
          <a:prstGeom prst="rect">
            <a:avLst/>
          </a:prstGeom>
        </p:spPr>
      </p:pic>
      <p:pic>
        <p:nvPicPr>
          <p:cNvPr id="11" name="Picture 10">
            <a:extLst>
              <a:ext uri="{FF2B5EF4-FFF2-40B4-BE49-F238E27FC236}">
                <a16:creationId xmlns:a16="http://schemas.microsoft.com/office/drawing/2014/main" id="{63F56C68-987B-63E4-D6E6-C0344D4A72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08912" y="1504840"/>
            <a:ext cx="2543823" cy="4516045"/>
          </a:xfrm>
          <a:prstGeom prst="rect">
            <a:avLst/>
          </a:prstGeom>
        </p:spPr>
      </p:pic>
      <p:pic>
        <p:nvPicPr>
          <p:cNvPr id="13" name="Picture 12">
            <a:extLst>
              <a:ext uri="{FF2B5EF4-FFF2-40B4-BE49-F238E27FC236}">
                <a16:creationId xmlns:a16="http://schemas.microsoft.com/office/drawing/2014/main" id="{868CC624-36CC-8CA4-6F47-F127248B446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95420" y="1504839"/>
            <a:ext cx="2879018" cy="4516045"/>
          </a:xfrm>
          <a:prstGeom prst="rect">
            <a:avLst/>
          </a:prstGeom>
        </p:spPr>
      </p:pic>
      <p:pic>
        <p:nvPicPr>
          <p:cNvPr id="15" name="Picture 14">
            <a:extLst>
              <a:ext uri="{FF2B5EF4-FFF2-40B4-BE49-F238E27FC236}">
                <a16:creationId xmlns:a16="http://schemas.microsoft.com/office/drawing/2014/main" id="{942621C4-84C8-4B2A-2CEF-F2D9FFAA07EB}"/>
              </a:ext>
            </a:extLst>
          </p:cNvPr>
          <p:cNvPicPr>
            <a:picLocks noChangeAspect="1"/>
          </p:cNvPicPr>
          <p:nvPr/>
        </p:nvPicPr>
        <p:blipFill>
          <a:blip r:embed="rId5"/>
          <a:stretch>
            <a:fillRect/>
          </a:stretch>
        </p:blipFill>
        <p:spPr>
          <a:xfrm>
            <a:off x="71967" y="6020885"/>
            <a:ext cx="1975275" cy="493819"/>
          </a:xfrm>
          <a:prstGeom prst="rect">
            <a:avLst/>
          </a:prstGeom>
        </p:spPr>
      </p:pic>
      <p:pic>
        <p:nvPicPr>
          <p:cNvPr id="17" name="Picture 16">
            <a:extLst>
              <a:ext uri="{FF2B5EF4-FFF2-40B4-BE49-F238E27FC236}">
                <a16:creationId xmlns:a16="http://schemas.microsoft.com/office/drawing/2014/main" id="{AD20EC37-9FC9-28C9-F2D0-F91C6020FE59}"/>
              </a:ext>
            </a:extLst>
          </p:cNvPr>
          <p:cNvPicPr>
            <a:picLocks noChangeAspect="1"/>
          </p:cNvPicPr>
          <p:nvPr/>
        </p:nvPicPr>
        <p:blipFill>
          <a:blip r:embed="rId6"/>
          <a:stretch>
            <a:fillRect/>
          </a:stretch>
        </p:blipFill>
        <p:spPr>
          <a:xfrm>
            <a:off x="3016387" y="6020885"/>
            <a:ext cx="1164437" cy="493819"/>
          </a:xfrm>
          <a:prstGeom prst="rect">
            <a:avLst/>
          </a:prstGeom>
        </p:spPr>
      </p:pic>
      <p:sp>
        <p:nvSpPr>
          <p:cNvPr id="19" name="TextBox 18">
            <a:extLst>
              <a:ext uri="{FF2B5EF4-FFF2-40B4-BE49-F238E27FC236}">
                <a16:creationId xmlns:a16="http://schemas.microsoft.com/office/drawing/2014/main" id="{C113924E-91B3-5452-02E7-12C964D900C9}"/>
              </a:ext>
            </a:extLst>
          </p:cNvPr>
          <p:cNvSpPr txBox="1"/>
          <p:nvPr/>
        </p:nvSpPr>
        <p:spPr>
          <a:xfrm>
            <a:off x="6095998" y="6020885"/>
            <a:ext cx="2379749" cy="369332"/>
          </a:xfrm>
          <a:prstGeom prst="rect">
            <a:avLst/>
          </a:prstGeom>
          <a:noFill/>
        </p:spPr>
        <p:txBody>
          <a:bodyPr wrap="square">
            <a:spAutoFit/>
          </a:bodyPr>
          <a:lstStyle/>
          <a:p>
            <a:pPr marL="50800" indent="0">
              <a:buNone/>
            </a:pPr>
            <a:r>
              <a:rPr lang="en-IN" sz="1800" dirty="0"/>
              <a:t>Adding Tree Details</a:t>
            </a:r>
          </a:p>
        </p:txBody>
      </p:sp>
      <p:pic>
        <p:nvPicPr>
          <p:cNvPr id="21" name="Picture 20">
            <a:extLst>
              <a:ext uri="{FF2B5EF4-FFF2-40B4-BE49-F238E27FC236}">
                <a16:creationId xmlns:a16="http://schemas.microsoft.com/office/drawing/2014/main" id="{FEB38227-D5C3-ADA0-BA77-A697EC709CD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389568" y="1454230"/>
            <a:ext cx="2511424" cy="4516046"/>
          </a:xfrm>
          <a:prstGeom prst="rect">
            <a:avLst/>
          </a:prstGeom>
        </p:spPr>
      </p:pic>
      <p:pic>
        <p:nvPicPr>
          <p:cNvPr id="23" name="Picture 22">
            <a:extLst>
              <a:ext uri="{FF2B5EF4-FFF2-40B4-BE49-F238E27FC236}">
                <a16:creationId xmlns:a16="http://schemas.microsoft.com/office/drawing/2014/main" id="{47DB1201-7165-9F77-B60A-8B8B26FDA942}"/>
              </a:ext>
            </a:extLst>
          </p:cNvPr>
          <p:cNvPicPr>
            <a:picLocks noChangeAspect="1"/>
          </p:cNvPicPr>
          <p:nvPr/>
        </p:nvPicPr>
        <p:blipFill>
          <a:blip r:embed="rId8"/>
          <a:stretch>
            <a:fillRect/>
          </a:stretch>
        </p:blipFill>
        <p:spPr>
          <a:xfrm>
            <a:off x="9761283" y="5983036"/>
            <a:ext cx="1767993" cy="493819"/>
          </a:xfrm>
          <a:prstGeom prst="rect">
            <a:avLst/>
          </a:prstGeom>
        </p:spPr>
      </p:pic>
    </p:spTree>
    <p:extLst>
      <p:ext uri="{BB962C8B-B14F-4D97-AF65-F5344CB8AC3E}">
        <p14:creationId xmlns:p14="http://schemas.microsoft.com/office/powerpoint/2010/main" val="31718045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52769-7EDB-F0DC-8C88-6231C6F4FF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523E69-F386-57FB-BDAD-93C787931735}"/>
              </a:ext>
            </a:extLst>
          </p:cNvPr>
          <p:cNvSpPr>
            <a:spLocks noGrp="1"/>
          </p:cNvSpPr>
          <p:nvPr>
            <p:ph type="title"/>
          </p:nvPr>
        </p:nvSpPr>
        <p:spPr/>
        <p:txBody>
          <a:bodyPr/>
          <a:lstStyle/>
          <a:p>
            <a:r>
              <a:rPr lang="en-US" dirty="0">
                <a:sym typeface="+mn-ea"/>
              </a:rPr>
              <a:t>Expected Outcomes/Results</a:t>
            </a:r>
            <a:endParaRPr lang="en-US" dirty="0"/>
          </a:p>
        </p:txBody>
      </p:sp>
      <p:sp>
        <p:nvSpPr>
          <p:cNvPr id="3" name="Text Placeholder 2">
            <a:extLst>
              <a:ext uri="{FF2B5EF4-FFF2-40B4-BE49-F238E27FC236}">
                <a16:creationId xmlns:a16="http://schemas.microsoft.com/office/drawing/2014/main" id="{48BFF385-6A99-72D0-D462-F93E2A8A65D6}"/>
              </a:ext>
            </a:extLst>
          </p:cNvPr>
          <p:cNvSpPr>
            <a:spLocks noGrp="1"/>
          </p:cNvSpPr>
          <p:nvPr>
            <p:ph type="body" idx="1"/>
          </p:nvPr>
        </p:nvSpPr>
        <p:spPr>
          <a:xfrm>
            <a:off x="0" y="947651"/>
            <a:ext cx="12191997" cy="5677590"/>
          </a:xfrm>
        </p:spPr>
        <p:txBody>
          <a:bodyPr/>
          <a:lstStyle/>
          <a:p>
            <a:pPr marL="50800" indent="0" algn="ctr">
              <a:buNone/>
            </a:pPr>
            <a:endParaRPr lang="en-US" dirty="0"/>
          </a:p>
        </p:txBody>
      </p:sp>
      <p:pic>
        <p:nvPicPr>
          <p:cNvPr id="5" name="Picture 4">
            <a:extLst>
              <a:ext uri="{FF2B5EF4-FFF2-40B4-BE49-F238E27FC236}">
                <a16:creationId xmlns:a16="http://schemas.microsoft.com/office/drawing/2014/main" id="{844E37F0-30AE-468B-4790-00D2808537D8}"/>
              </a:ext>
            </a:extLst>
          </p:cNvPr>
          <p:cNvPicPr>
            <a:picLocks noChangeAspect="1"/>
          </p:cNvPicPr>
          <p:nvPr/>
        </p:nvPicPr>
        <p:blipFill>
          <a:blip r:embed="rId2"/>
          <a:stretch>
            <a:fillRect/>
          </a:stretch>
        </p:blipFill>
        <p:spPr>
          <a:xfrm>
            <a:off x="4001728" y="1032388"/>
            <a:ext cx="3765755" cy="5476568"/>
          </a:xfrm>
          <a:prstGeom prst="rect">
            <a:avLst/>
          </a:prstGeom>
        </p:spPr>
      </p:pic>
    </p:spTree>
    <p:extLst>
      <p:ext uri="{BB962C8B-B14F-4D97-AF65-F5344CB8AC3E}">
        <p14:creationId xmlns:p14="http://schemas.microsoft.com/office/powerpoint/2010/main" val="25226805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 </a:t>
            </a:r>
          </a:p>
        </p:txBody>
      </p:sp>
      <p:sp>
        <p:nvSpPr>
          <p:cNvPr id="4" name="Text Placeholder 3"/>
          <p:cNvSpPr>
            <a:spLocks noGrp="1"/>
          </p:cNvSpPr>
          <p:nvPr>
            <p:ph type="body" idx="1"/>
          </p:nvPr>
        </p:nvSpPr>
        <p:spPr>
          <a:xfrm>
            <a:off x="0" y="2308860"/>
            <a:ext cx="12192635" cy="2952750"/>
          </a:xfrm>
        </p:spPr>
        <p:txBody>
          <a:bodyPr/>
          <a:lstStyle/>
          <a:p>
            <a:pPr marL="50800" indent="0" algn="ctr">
              <a:buNone/>
            </a:pPr>
            <a:r>
              <a:rPr lang="en-US" sz="12800" i="1">
                <a:ln w="15875"/>
                <a:solidFill>
                  <a:srgbClr val="F78F07"/>
                </a:solidFill>
                <a:effectLst/>
                <a:latin typeface="Verdana" panose="020B0604030504040204" charset="0"/>
                <a:cs typeface="Verdana" panose="020B0604030504040204" charset="0"/>
              </a:rPr>
              <a:t>Thank You</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 </a:t>
            </a:r>
          </a:p>
        </p:txBody>
      </p:sp>
      <p:sp>
        <p:nvSpPr>
          <p:cNvPr id="4" name="Text Placeholder 3"/>
          <p:cNvSpPr>
            <a:spLocks noGrp="1"/>
          </p:cNvSpPr>
          <p:nvPr>
            <p:ph type="body" idx="1"/>
          </p:nvPr>
        </p:nvSpPr>
        <p:spPr>
          <a:xfrm>
            <a:off x="0" y="2308860"/>
            <a:ext cx="12192635" cy="2952750"/>
          </a:xfrm>
        </p:spPr>
        <p:txBody>
          <a:bodyPr/>
          <a:lstStyle/>
          <a:p>
            <a:pPr marL="50800" indent="0" algn="ctr">
              <a:buNone/>
            </a:pPr>
            <a:r>
              <a:rPr lang="en-US" sz="12800" i="1">
                <a:ln w="15875"/>
                <a:solidFill>
                  <a:srgbClr val="F78F07"/>
                </a:solidFill>
                <a:effectLst/>
                <a:latin typeface="Verdana" panose="020B0604030504040204" charset="0"/>
                <a:cs typeface="Verdana" panose="020B0604030504040204" charset="0"/>
              </a:rPr>
              <a:t>Any Queries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266</TotalTime>
  <Words>830</Words>
  <Application>Microsoft Office PowerPoint</Application>
  <PresentationFormat>Widescreen</PresentationFormat>
  <Paragraphs>91</Paragraphs>
  <Slides>12</Slides>
  <Notes>4</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12</vt:i4>
      </vt:variant>
    </vt:vector>
  </HeadingPairs>
  <TitlesOfParts>
    <vt:vector size="22" baseType="lpstr">
      <vt:lpstr>Arial</vt:lpstr>
      <vt:lpstr>Calibri</vt:lpstr>
      <vt:lpstr>Calibri Light</vt:lpstr>
      <vt:lpstr>Courier New</vt:lpstr>
      <vt:lpstr>Noto Sans Symbols</vt:lpstr>
      <vt:lpstr>Times New Roman</vt:lpstr>
      <vt:lpstr>Verdana</vt:lpstr>
      <vt:lpstr>Wingdings</vt:lpstr>
      <vt:lpstr>Office Theme</vt:lpstr>
      <vt:lpstr>Custom Design</vt:lpstr>
      <vt:lpstr>PowerPoint Presentation</vt:lpstr>
      <vt:lpstr>Contents</vt:lpstr>
      <vt:lpstr>Problem Statement</vt:lpstr>
      <vt:lpstr>Objectives</vt:lpstr>
      <vt:lpstr>Methodology</vt:lpstr>
      <vt:lpstr>Implementation Details</vt:lpstr>
      <vt:lpstr>Implementation Details</vt:lpstr>
      <vt:lpstr>Expected Outcomes/Results</vt:lpstr>
      <vt:lpstr>Expected Outcomes/Results</vt:lpstr>
      <vt:lpstr>Expected Outcomes/Results</vt:lpstr>
      <vt:lpstr> </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Chaithanya Reddy</dc:creator>
  <cp:lastModifiedBy>Chaithanya Reddy</cp:lastModifiedBy>
  <cp:revision>9</cp:revision>
  <dcterms:created xsi:type="dcterms:W3CDTF">2026-02-20T23:09:35Z</dcterms:created>
  <dcterms:modified xsi:type="dcterms:W3CDTF">2026-02-21T07:02:32Z</dcterms:modified>
</cp:coreProperties>
</file>